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Override1.xml" ContentType="application/vnd.openxmlformats-officedocument.themeOverr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12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3" r:id="rId2"/>
    <p:sldMasterId id="2147483669" r:id="rId3"/>
  </p:sldMasterIdLst>
  <p:notesMasterIdLst>
    <p:notesMasterId r:id="rId10"/>
  </p:notesMasterIdLst>
  <p:sldIdLst>
    <p:sldId id="2147482442" r:id="rId4"/>
    <p:sldId id="2147483473" r:id="rId5"/>
    <p:sldId id="2147483475" r:id="rId6"/>
    <p:sldId id="2147483472" r:id="rId7"/>
    <p:sldId id="2147483477" r:id="rId8"/>
    <p:sldId id="2147483478" r:id="rId9"/>
  </p:sldIdLst>
  <p:sldSz cx="12192000" cy="6858000"/>
  <p:notesSz cx="6858000" cy="12192000"/>
  <p:embeddedFontLst>
    <p:embeddedFont>
      <p:font typeface="DIN Next LT Arabic" panose="020B0503020203050203" pitchFamily="34" charset="-78"/>
      <p:regular r:id="rId11"/>
      <p:bold r:id="rId12"/>
    </p:embeddedFont>
    <p:embeddedFont>
      <p:font typeface="DIN Next LT Arabic Light" panose="020B0303020203050203" pitchFamily="34" charset="-78"/>
      <p:regular r:id="rId13"/>
    </p:embeddedFont>
    <p:embeddedFont>
      <p:font typeface="Trebuchet MS" panose="020B0703020202090204" pitchFamily="34" charset="0"/>
      <p:regular r:id="rId14"/>
      <p:bold r:id="rId15"/>
      <p: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1BCC32-438B-4285-58A2-16282FFA0506}" name="محمد عبدالحميد عمر كتبي" initials="mk" userId="S::m.kutbi@seu.edu.sa::2a703cc1-2a5a-4e93-ac96-120568ab5e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0070C1"/>
    <a:srgbClr val="269973"/>
    <a:srgbClr val="202B5D"/>
    <a:srgbClr val="0070C0"/>
    <a:srgbClr val="090909"/>
    <a:srgbClr val="F2F2F2"/>
    <a:srgbClr val="F7F8FA"/>
    <a:srgbClr val="01B35A"/>
    <a:srgbClr val="067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91BD72-2ABD-4A2C-BAA2-05919BB0405D}" v="17" dt="2026-07-13T10:32:55.76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نمط فاتح 2 - تميي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نمط فاتح 2 - تميي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58" autoAdjust="0"/>
  </p:normalViewPr>
  <p:slideViewPr>
    <p:cSldViewPr snapToGrid="0" snapToObjects="1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1.fntdata"/><Relationship Id="rId5" Type="http://schemas.openxmlformats.org/officeDocument/2006/relationships/slide" Target="slides/slide2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4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0" i="0" u="none" strike="noStrike" kern="1200" cap="none" spc="0" normalizeH="0" baseline="0" noProof="0">
                <a:ln>
                  <a:noFill/>
                </a:ln>
                <a:solidFill>
                  <a:srgbClr val="FCD12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مقيد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CD12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23749F-A4FC-494A-B8F4-4A8F5FC3A15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89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7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10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6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7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8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9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0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3.xml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4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5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6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7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5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6.xml"/><Relationship Id="rId6" Type="http://schemas.openxmlformats.org/officeDocument/2006/relationships/image" Target="../media/image10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10.jpe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0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3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6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8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9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3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4.xml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5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6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7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8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9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0.xml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3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5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6.xml"/><Relationship Id="rId4" Type="http://schemas.openxmlformats.org/officeDocument/2006/relationships/image" Target="../media/image1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7.xml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8.xml"/><Relationship Id="rId4" Type="http://schemas.openxmlformats.org/officeDocument/2006/relationships/image" Target="../media/image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9.xml"/><Relationship Id="rId6" Type="http://schemas.openxmlformats.org/officeDocument/2006/relationships/image" Target="../media/image10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0.xml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3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3.xml"/><Relationship Id="rId4" Type="http://schemas.openxmlformats.org/officeDocument/2006/relationships/image" Target="../media/image4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4.xml"/><Relationship Id="rId4" Type="http://schemas.openxmlformats.org/officeDocument/2006/relationships/image" Target="../media/image4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5.xml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8.xml"/><Relationship Id="rId4" Type="http://schemas.openxmlformats.org/officeDocument/2006/relationships/image" Target="../media/image4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9.xml"/><Relationship Id="rId4" Type="http://schemas.openxmlformats.org/officeDocument/2006/relationships/image" Target="../media/image4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0.xml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C1D11-6E8E-8950-6AD2-54218C520A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965250" y="6476827"/>
            <a:ext cx="1531426" cy="25971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SDAIA-F-CRS-100-01-V1</a:t>
            </a:r>
          </a:p>
        </p:txBody>
      </p:sp>
    </p:spTree>
    <p:extLst>
      <p:ext uri="{BB962C8B-B14F-4D97-AF65-F5344CB8AC3E}">
        <p14:creationId xmlns:p14="http://schemas.microsoft.com/office/powerpoint/2010/main" val="357396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9760-3428-8F10-3B62-DAE21429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0FA9BE5-5C18-6D14-12AD-B6150A0E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483" y="635635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4A1483F-F587-4C7E-8DF8-60E035599D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9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42431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931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C1D11-6E8E-8950-6AD2-54218C520AC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4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7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  <p:sp>
        <p:nvSpPr>
          <p:cNvPr id="7" name="Isosceles Triangle 6"/>
          <p:cNvSpPr/>
          <p:nvPr userDrawn="1"/>
        </p:nvSpPr>
        <p:spPr>
          <a:xfrm rot="5400000" flipH="1">
            <a:off x="950343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321309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b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1" name="Freeform 300"/>
          <p:cNvSpPr>
            <a:spLocks/>
          </p:cNvSpPr>
          <p:nvPr userDrawn="1"/>
        </p:nvSpPr>
        <p:spPr bwMode="auto">
          <a:xfrm flipH="1">
            <a:off x="0" y="-1"/>
            <a:ext cx="9189814" cy="6858000"/>
          </a:xfrm>
          <a:custGeom>
            <a:avLst/>
            <a:gdLst>
              <a:gd name="connsiteX0" fmla="*/ 0 w 9189814"/>
              <a:gd name="connsiteY0" fmla="*/ 0 h 6858000"/>
              <a:gd name="connsiteX1" fmla="*/ 9189814 w 9189814"/>
              <a:gd name="connsiteY1" fmla="*/ 0 h 6858000"/>
              <a:gd name="connsiteX2" fmla="*/ 9189814 w 9189814"/>
              <a:gd name="connsiteY2" fmla="*/ 6858000 h 6858000"/>
              <a:gd name="connsiteX3" fmla="*/ 2191601 w 9189814"/>
              <a:gd name="connsiteY3" fmla="*/ 6858000 h 6858000"/>
              <a:gd name="connsiteX4" fmla="*/ 2550889 w 9189814"/>
              <a:gd name="connsiteY4" fmla="*/ 6643687 h 6858000"/>
              <a:gd name="connsiteX5" fmla="*/ 2548508 w 9189814"/>
              <a:gd name="connsiteY5" fmla="*/ 6207919 h 6858000"/>
              <a:gd name="connsiteX6" fmla="*/ 2181795 w 9189814"/>
              <a:gd name="connsiteY6" fmla="*/ 6003131 h 6858000"/>
              <a:gd name="connsiteX7" fmla="*/ 2922364 w 9189814"/>
              <a:gd name="connsiteY7" fmla="*/ 5572125 h 6858000"/>
              <a:gd name="connsiteX8" fmla="*/ 3303364 w 9189814"/>
              <a:gd name="connsiteY8" fmla="*/ 5788819 h 6858000"/>
              <a:gd name="connsiteX9" fmla="*/ 3670077 w 9189814"/>
              <a:gd name="connsiteY9" fmla="*/ 5557838 h 6858000"/>
              <a:gd name="connsiteX10" fmla="*/ 3660552 w 9189814"/>
              <a:gd name="connsiteY10" fmla="*/ 3855243 h 6858000"/>
              <a:gd name="connsiteX11" fmla="*/ 3293839 w 9189814"/>
              <a:gd name="connsiteY11" fmla="*/ 3633787 h 6858000"/>
              <a:gd name="connsiteX12" fmla="*/ 3286695 w 9189814"/>
              <a:gd name="connsiteY12" fmla="*/ 2783681 h 6858000"/>
              <a:gd name="connsiteX13" fmla="*/ 3662933 w 9189814"/>
              <a:gd name="connsiteY13" fmla="*/ 2571750 h 6858000"/>
              <a:gd name="connsiteX14" fmla="*/ 3658964 w 9189814"/>
              <a:gd name="connsiteY14" fmla="*/ 2143125 h 6858000"/>
              <a:gd name="connsiteX15" fmla="*/ 2563589 w 9189814"/>
              <a:gd name="connsiteY15" fmla="*/ 1485900 h 6858000"/>
              <a:gd name="connsiteX16" fmla="*/ 2195289 w 9189814"/>
              <a:gd name="connsiteY16" fmla="*/ 1708150 h 6858000"/>
              <a:gd name="connsiteX17" fmla="*/ 1820639 w 9189814"/>
              <a:gd name="connsiteY17" fmla="*/ 1479550 h 6858000"/>
              <a:gd name="connsiteX18" fmla="*/ 1817464 w 9189814"/>
              <a:gd name="connsiteY18" fmla="*/ 1057275 h 6858000"/>
              <a:gd name="connsiteX19" fmla="*/ 0 w 9189814"/>
              <a:gd name="connsiteY19" fmla="*/ 0 h 6858000"/>
              <a:gd name="connsiteX20" fmla="*/ 2925539 w 9189814"/>
              <a:gd name="connsiteY20" fmla="*/ 854076 h 6858000"/>
              <a:gd name="connsiteX21" fmla="*/ 2925539 w 9189814"/>
              <a:gd name="connsiteY21" fmla="*/ 1282701 h 6858000"/>
              <a:gd name="connsiteX22" fmla="*/ 3297014 w 9189814"/>
              <a:gd name="connsiteY22" fmla="*/ 1066801 h 6858000"/>
              <a:gd name="connsiteX23" fmla="*/ 2925539 w 9189814"/>
              <a:gd name="connsiteY23" fmla="*/ 854076 h 6858000"/>
              <a:gd name="connsiteX24" fmla="*/ 4033613 w 9189814"/>
              <a:gd name="connsiteY24" fmla="*/ 1925636 h 6858000"/>
              <a:gd name="connsiteX25" fmla="*/ 4033613 w 9189814"/>
              <a:gd name="connsiteY25" fmla="*/ 2784474 h 6858000"/>
              <a:gd name="connsiteX26" fmla="*/ 4405088 w 9189814"/>
              <a:gd name="connsiteY26" fmla="*/ 2571749 h 6858000"/>
              <a:gd name="connsiteX27" fmla="*/ 4405088 w 9189814"/>
              <a:gd name="connsiteY27" fmla="*/ 2138361 h 6858000"/>
              <a:gd name="connsiteX28" fmla="*/ 4033613 w 9189814"/>
              <a:gd name="connsiteY28" fmla="*/ 1925636 h 6858000"/>
              <a:gd name="connsiteX29" fmla="*/ 3668489 w 9189814"/>
              <a:gd name="connsiteY29" fmla="*/ 2997200 h 6858000"/>
              <a:gd name="connsiteX30" fmla="*/ 3668489 w 9189814"/>
              <a:gd name="connsiteY30" fmla="*/ 3425825 h 6858000"/>
              <a:gd name="connsiteX31" fmla="*/ 4039964 w 9189814"/>
              <a:gd name="connsiteY31" fmla="*/ 3209925 h 6858000"/>
              <a:gd name="connsiteX32" fmla="*/ 3668489 w 9189814"/>
              <a:gd name="connsiteY32" fmla="*/ 29972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189814" h="6858000">
                <a:moveTo>
                  <a:pt x="0" y="0"/>
                </a:moveTo>
                <a:lnTo>
                  <a:pt x="9189814" y="0"/>
                </a:lnTo>
                <a:lnTo>
                  <a:pt x="9189814" y="6858000"/>
                </a:lnTo>
                <a:lnTo>
                  <a:pt x="2191601" y="6858000"/>
                </a:lnTo>
                <a:lnTo>
                  <a:pt x="2550889" y="6643687"/>
                </a:lnTo>
                <a:cubicBezTo>
                  <a:pt x="2550095" y="6493668"/>
                  <a:pt x="2549302" y="6357938"/>
                  <a:pt x="2548508" y="6207919"/>
                </a:cubicBezTo>
                <a:lnTo>
                  <a:pt x="2181795" y="6003131"/>
                </a:lnTo>
                <a:lnTo>
                  <a:pt x="2922364" y="5572125"/>
                </a:lnTo>
                <a:lnTo>
                  <a:pt x="3303364" y="5788819"/>
                </a:lnTo>
                <a:lnTo>
                  <a:pt x="3670077" y="5557838"/>
                </a:lnTo>
                <a:cubicBezTo>
                  <a:pt x="3669283" y="4988719"/>
                  <a:pt x="3661346" y="4424362"/>
                  <a:pt x="3660552" y="3855243"/>
                </a:cubicBezTo>
                <a:lnTo>
                  <a:pt x="3293839" y="3633787"/>
                </a:lnTo>
                <a:cubicBezTo>
                  <a:pt x="3291458" y="3350418"/>
                  <a:pt x="3289076" y="3067050"/>
                  <a:pt x="3286695" y="2783681"/>
                </a:cubicBezTo>
                <a:lnTo>
                  <a:pt x="3662933" y="2571750"/>
                </a:lnTo>
                <a:lnTo>
                  <a:pt x="3658964" y="2143125"/>
                </a:lnTo>
                <a:lnTo>
                  <a:pt x="2563589" y="1485900"/>
                </a:lnTo>
                <a:lnTo>
                  <a:pt x="2195289" y="1708150"/>
                </a:lnTo>
                <a:lnTo>
                  <a:pt x="1820639" y="1479550"/>
                </a:lnTo>
                <a:cubicBezTo>
                  <a:pt x="1819581" y="1336675"/>
                  <a:pt x="1818522" y="1200150"/>
                  <a:pt x="1817464" y="1057275"/>
                </a:cubicBezTo>
                <a:lnTo>
                  <a:pt x="0" y="0"/>
                </a:lnTo>
                <a:close/>
                <a:moveTo>
                  <a:pt x="2925539" y="854076"/>
                </a:moveTo>
                <a:lnTo>
                  <a:pt x="2925539" y="1282701"/>
                </a:lnTo>
                <a:lnTo>
                  <a:pt x="3297014" y="1066801"/>
                </a:lnTo>
                <a:lnTo>
                  <a:pt x="2925539" y="854076"/>
                </a:lnTo>
                <a:close/>
                <a:moveTo>
                  <a:pt x="4033613" y="1925636"/>
                </a:moveTo>
                <a:lnTo>
                  <a:pt x="4033613" y="2784474"/>
                </a:lnTo>
                <a:lnTo>
                  <a:pt x="4405088" y="2571749"/>
                </a:lnTo>
                <a:lnTo>
                  <a:pt x="4405088" y="2138361"/>
                </a:lnTo>
                <a:lnTo>
                  <a:pt x="4033613" y="1925636"/>
                </a:lnTo>
                <a:close/>
                <a:moveTo>
                  <a:pt x="3668489" y="2997200"/>
                </a:moveTo>
                <a:lnTo>
                  <a:pt x="3668489" y="3425825"/>
                </a:lnTo>
                <a:lnTo>
                  <a:pt x="4039964" y="3209925"/>
                </a:lnTo>
                <a:lnTo>
                  <a:pt x="3668489" y="29972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2" name="Picture Placeholder 281"/>
          <p:cNvSpPr>
            <a:spLocks noGrp="1"/>
          </p:cNvSpPr>
          <p:nvPr>
            <p:ph type="pic" sz="quarter" idx="11"/>
          </p:nvPr>
        </p:nvSpPr>
        <p:spPr>
          <a:xfrm>
            <a:off x="4784727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86336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 algn="l" rtl="1"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786336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 algn="l" rtl="1"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283" name="Freeform 53"/>
          <p:cNvSpPr>
            <a:spLocks/>
          </p:cNvSpPr>
          <p:nvPr userDrawn="1"/>
        </p:nvSpPr>
        <p:spPr bwMode="auto">
          <a:xfrm flipH="1">
            <a:off x="8483600" y="638969"/>
            <a:ext cx="371475" cy="858838"/>
          </a:xfrm>
          <a:custGeom>
            <a:avLst/>
            <a:gdLst>
              <a:gd name="T0" fmla="*/ 0 w 234"/>
              <a:gd name="T1" fmla="*/ 0 h 541"/>
              <a:gd name="T2" fmla="*/ 0 w 234"/>
              <a:gd name="T3" fmla="*/ 541 h 541"/>
              <a:gd name="T4" fmla="*/ 234 w 234"/>
              <a:gd name="T5" fmla="*/ 407 h 541"/>
              <a:gd name="T6" fmla="*/ 234 w 234"/>
              <a:gd name="T7" fmla="*/ 134 h 541"/>
              <a:gd name="T8" fmla="*/ 0 w 234"/>
              <a:gd name="T9" fmla="*/ 0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1">
                <a:moveTo>
                  <a:pt x="0" y="0"/>
                </a:moveTo>
                <a:lnTo>
                  <a:pt x="0" y="541"/>
                </a:lnTo>
                <a:lnTo>
                  <a:pt x="234" y="407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65A2E0"/>
              </a:gs>
              <a:gs pos="0">
                <a:srgbClr val="65BBF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4" name="Freeform 54"/>
          <p:cNvSpPr>
            <a:spLocks/>
          </p:cNvSpPr>
          <p:nvPr userDrawn="1"/>
        </p:nvSpPr>
        <p:spPr bwMode="auto">
          <a:xfrm flipH="1">
            <a:off x="4787900" y="4496594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7867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5" name="Freeform 55"/>
          <p:cNvSpPr>
            <a:spLocks/>
          </p:cNvSpPr>
          <p:nvPr userDrawn="1"/>
        </p:nvSpPr>
        <p:spPr bwMode="auto">
          <a:xfrm flipH="1">
            <a:off x="7000875" y="5996782"/>
            <a:ext cx="742950" cy="641350"/>
          </a:xfrm>
          <a:custGeom>
            <a:avLst/>
            <a:gdLst>
              <a:gd name="T0" fmla="*/ 466 w 468"/>
              <a:gd name="T1" fmla="*/ 0 h 404"/>
              <a:gd name="T2" fmla="*/ 0 w 468"/>
              <a:gd name="T3" fmla="*/ 272 h 404"/>
              <a:gd name="T4" fmla="*/ 234 w 468"/>
              <a:gd name="T5" fmla="*/ 404 h 404"/>
              <a:gd name="T6" fmla="*/ 468 w 468"/>
              <a:gd name="T7" fmla="*/ 268 h 404"/>
              <a:gd name="T8" fmla="*/ 466 w 468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4">
                <a:moveTo>
                  <a:pt x="466" y="0"/>
                </a:moveTo>
                <a:lnTo>
                  <a:pt x="0" y="272"/>
                </a:lnTo>
                <a:lnTo>
                  <a:pt x="234" y="404"/>
                </a:lnTo>
                <a:lnTo>
                  <a:pt x="468" y="268"/>
                </a:lnTo>
                <a:lnTo>
                  <a:pt x="466" y="0"/>
                </a:lnTo>
                <a:close/>
              </a:path>
            </a:pathLst>
          </a:custGeom>
          <a:gradFill>
            <a:gsLst>
              <a:gs pos="100000">
                <a:srgbClr val="332D50"/>
              </a:gs>
              <a:gs pos="0">
                <a:srgbClr val="5B384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6" name="Freeform 56"/>
          <p:cNvSpPr>
            <a:spLocks/>
          </p:cNvSpPr>
          <p:nvPr userDrawn="1"/>
        </p:nvSpPr>
        <p:spPr bwMode="auto">
          <a:xfrm flipH="1">
            <a:off x="7743825" y="1069182"/>
            <a:ext cx="371475" cy="428625"/>
          </a:xfrm>
          <a:custGeom>
            <a:avLst/>
            <a:gdLst>
              <a:gd name="T0" fmla="*/ 0 w 234"/>
              <a:gd name="T1" fmla="*/ 0 h 270"/>
              <a:gd name="T2" fmla="*/ 0 w 234"/>
              <a:gd name="T3" fmla="*/ 270 h 270"/>
              <a:gd name="T4" fmla="*/ 234 w 234"/>
              <a:gd name="T5" fmla="*/ 134 h 270"/>
              <a:gd name="T6" fmla="*/ 0 w 234"/>
              <a:gd name="T7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0"/>
                </a:moveTo>
                <a:lnTo>
                  <a:pt x="0" y="270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FEA659"/>
              </a:gs>
              <a:gs pos="0">
                <a:srgbClr val="FEA6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7" name="Freeform 57"/>
          <p:cNvSpPr>
            <a:spLocks/>
          </p:cNvSpPr>
          <p:nvPr userDrawn="1"/>
        </p:nvSpPr>
        <p:spPr bwMode="auto">
          <a:xfrm flipH="1">
            <a:off x="7375525" y="1926432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52BC5D"/>
              </a:gs>
              <a:gs pos="0">
                <a:srgbClr val="5BBA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8" name="Freeform 58"/>
          <p:cNvSpPr>
            <a:spLocks/>
          </p:cNvSpPr>
          <p:nvPr userDrawn="1"/>
        </p:nvSpPr>
        <p:spPr bwMode="auto">
          <a:xfrm flipH="1">
            <a:off x="7007225" y="34266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ED6136"/>
              </a:gs>
              <a:gs pos="0">
                <a:srgbClr val="FF683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9" name="Freeform 59"/>
          <p:cNvSpPr>
            <a:spLocks/>
          </p:cNvSpPr>
          <p:nvPr userDrawn="1"/>
        </p:nvSpPr>
        <p:spPr bwMode="auto">
          <a:xfrm flipH="1">
            <a:off x="6635750" y="3855244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CE583A"/>
              </a:gs>
              <a:gs pos="0">
                <a:srgbClr val="E8603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0" name="Freeform 60"/>
          <p:cNvSpPr>
            <a:spLocks/>
          </p:cNvSpPr>
          <p:nvPr userDrawn="1"/>
        </p:nvSpPr>
        <p:spPr bwMode="auto">
          <a:xfrm flipH="1">
            <a:off x="7375525" y="3852069"/>
            <a:ext cx="371475" cy="431800"/>
          </a:xfrm>
          <a:custGeom>
            <a:avLst/>
            <a:gdLst>
              <a:gd name="T0" fmla="*/ 234 w 234"/>
              <a:gd name="T1" fmla="*/ 138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8"/>
                </a:moveTo>
                <a:lnTo>
                  <a:pt x="0" y="272"/>
                </a:lnTo>
                <a:lnTo>
                  <a:pt x="0" y="0"/>
                </a:lnTo>
                <a:lnTo>
                  <a:pt x="234" y="138"/>
                </a:lnTo>
                <a:close/>
              </a:path>
            </a:pathLst>
          </a:custGeom>
          <a:gradFill>
            <a:gsLst>
              <a:gs pos="100000">
                <a:srgbClr val="159076"/>
              </a:gs>
              <a:gs pos="0">
                <a:srgbClr val="139E78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1" name="Freeform 61"/>
          <p:cNvSpPr>
            <a:spLocks/>
          </p:cNvSpPr>
          <p:nvPr userDrawn="1"/>
        </p:nvSpPr>
        <p:spPr bwMode="auto">
          <a:xfrm flipH="1">
            <a:off x="6267450" y="4925219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474582"/>
              </a:gs>
              <a:gs pos="0">
                <a:srgbClr val="47448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2" name="Freeform 62"/>
          <p:cNvSpPr>
            <a:spLocks/>
          </p:cNvSpPr>
          <p:nvPr userDrawn="1"/>
        </p:nvSpPr>
        <p:spPr bwMode="auto">
          <a:xfrm flipH="1">
            <a:off x="5159375" y="3639344"/>
            <a:ext cx="368300" cy="431800"/>
          </a:xfrm>
          <a:custGeom>
            <a:avLst/>
            <a:gdLst>
              <a:gd name="T0" fmla="*/ 0 w 232"/>
              <a:gd name="T1" fmla="*/ 136 h 272"/>
              <a:gd name="T2" fmla="*/ 232 w 232"/>
              <a:gd name="T3" fmla="*/ 272 h 272"/>
              <a:gd name="T4" fmla="*/ 232 w 232"/>
              <a:gd name="T5" fmla="*/ 0 h 272"/>
              <a:gd name="T6" fmla="*/ 0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0" y="136"/>
                </a:moveTo>
                <a:lnTo>
                  <a:pt x="232" y="272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85199"/>
              </a:gs>
              <a:gs pos="0">
                <a:srgbClr val="5F56A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3" name="Freeform 63"/>
          <p:cNvSpPr>
            <a:spLocks/>
          </p:cNvSpPr>
          <p:nvPr userDrawn="1"/>
        </p:nvSpPr>
        <p:spPr bwMode="auto">
          <a:xfrm flipH="1">
            <a:off x="5895975" y="5996782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3346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4" name="Freeform 64"/>
          <p:cNvSpPr>
            <a:spLocks/>
          </p:cNvSpPr>
          <p:nvPr userDrawn="1"/>
        </p:nvSpPr>
        <p:spPr bwMode="auto">
          <a:xfrm flipH="1">
            <a:off x="5159375" y="6425407"/>
            <a:ext cx="368300" cy="431800"/>
          </a:xfrm>
          <a:custGeom>
            <a:avLst/>
            <a:gdLst>
              <a:gd name="T0" fmla="*/ 232 w 232"/>
              <a:gd name="T1" fmla="*/ 136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6"/>
                </a:moveTo>
                <a:lnTo>
                  <a:pt x="0" y="272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52D67"/>
              </a:gs>
              <a:gs pos="0">
                <a:srgbClr val="253F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5" name="Freeform 65"/>
          <p:cNvSpPr>
            <a:spLocks/>
          </p:cNvSpPr>
          <p:nvPr userDrawn="1"/>
        </p:nvSpPr>
        <p:spPr bwMode="auto">
          <a:xfrm flipH="1">
            <a:off x="5159375" y="5780882"/>
            <a:ext cx="368300" cy="428625"/>
          </a:xfrm>
          <a:custGeom>
            <a:avLst/>
            <a:gdLst>
              <a:gd name="T0" fmla="*/ 0 w 232"/>
              <a:gd name="T1" fmla="*/ 136 h 270"/>
              <a:gd name="T2" fmla="*/ 232 w 232"/>
              <a:gd name="T3" fmla="*/ 270 h 270"/>
              <a:gd name="T4" fmla="*/ 232 w 232"/>
              <a:gd name="T5" fmla="*/ 0 h 270"/>
              <a:gd name="T6" fmla="*/ 0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6"/>
                </a:moveTo>
                <a:lnTo>
                  <a:pt x="232" y="270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0354C"/>
              </a:gs>
              <a:gs pos="0">
                <a:srgbClr val="61323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6" name="Freeform 66"/>
          <p:cNvSpPr>
            <a:spLocks/>
          </p:cNvSpPr>
          <p:nvPr userDrawn="1"/>
        </p:nvSpPr>
        <p:spPr bwMode="auto">
          <a:xfrm flipH="1">
            <a:off x="5899150" y="2139157"/>
            <a:ext cx="736600" cy="431800"/>
          </a:xfrm>
          <a:custGeom>
            <a:avLst/>
            <a:gdLst>
              <a:gd name="T0" fmla="*/ 464 w 464"/>
              <a:gd name="T1" fmla="*/ 136 h 272"/>
              <a:gd name="T2" fmla="*/ 232 w 464"/>
              <a:gd name="T3" fmla="*/ 272 h 272"/>
              <a:gd name="T4" fmla="*/ 0 w 464"/>
              <a:gd name="T5" fmla="*/ 136 h 272"/>
              <a:gd name="T6" fmla="*/ 232 w 464"/>
              <a:gd name="T7" fmla="*/ 0 h 272"/>
              <a:gd name="T8" fmla="*/ 464 w 464"/>
              <a:gd name="T9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4" h="272">
                <a:moveTo>
                  <a:pt x="464" y="136"/>
                </a:moveTo>
                <a:lnTo>
                  <a:pt x="232" y="272"/>
                </a:lnTo>
                <a:lnTo>
                  <a:pt x="0" y="136"/>
                </a:lnTo>
                <a:lnTo>
                  <a:pt x="232" y="0"/>
                </a:lnTo>
                <a:lnTo>
                  <a:pt x="464" y="136"/>
                </a:lnTo>
                <a:close/>
              </a:path>
            </a:pathLst>
          </a:custGeom>
          <a:gradFill>
            <a:gsLst>
              <a:gs pos="100000">
                <a:srgbClr val="637AC0"/>
              </a:gs>
              <a:gs pos="0">
                <a:srgbClr val="6487C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7" name="Freeform 67"/>
          <p:cNvSpPr>
            <a:spLocks/>
          </p:cNvSpPr>
          <p:nvPr userDrawn="1"/>
        </p:nvSpPr>
        <p:spPr bwMode="auto">
          <a:xfrm flipH="1">
            <a:off x="8112125" y="5996782"/>
            <a:ext cx="742950" cy="857250"/>
          </a:xfrm>
          <a:custGeom>
            <a:avLst/>
            <a:gdLst>
              <a:gd name="T0" fmla="*/ 0 w 468"/>
              <a:gd name="T1" fmla="*/ 406 h 540"/>
              <a:gd name="T2" fmla="*/ 234 w 468"/>
              <a:gd name="T3" fmla="*/ 540 h 540"/>
              <a:gd name="T4" fmla="*/ 468 w 468"/>
              <a:gd name="T5" fmla="*/ 406 h 540"/>
              <a:gd name="T6" fmla="*/ 468 w 468"/>
              <a:gd name="T7" fmla="*/ 136 h 540"/>
              <a:gd name="T8" fmla="*/ 234 w 468"/>
              <a:gd name="T9" fmla="*/ 0 h 540"/>
              <a:gd name="T10" fmla="*/ 234 w 468"/>
              <a:gd name="T11" fmla="*/ 270 h 540"/>
              <a:gd name="T12" fmla="*/ 0 w 468"/>
              <a:gd name="T13" fmla="*/ 406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8" h="540">
                <a:moveTo>
                  <a:pt x="0" y="406"/>
                </a:moveTo>
                <a:lnTo>
                  <a:pt x="234" y="540"/>
                </a:lnTo>
                <a:lnTo>
                  <a:pt x="468" y="406"/>
                </a:lnTo>
                <a:lnTo>
                  <a:pt x="468" y="136"/>
                </a:lnTo>
                <a:lnTo>
                  <a:pt x="234" y="0"/>
                </a:lnTo>
                <a:lnTo>
                  <a:pt x="234" y="270"/>
                </a:lnTo>
                <a:lnTo>
                  <a:pt x="0" y="406"/>
                </a:lnTo>
                <a:close/>
              </a:path>
            </a:pathLst>
          </a:custGeom>
          <a:gradFill>
            <a:gsLst>
              <a:gs pos="100000">
                <a:srgbClr val="283069"/>
              </a:gs>
              <a:gs pos="0">
                <a:srgbClr val="224E6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8" name="Freeform 68"/>
          <p:cNvSpPr>
            <a:spLocks/>
          </p:cNvSpPr>
          <p:nvPr userDrawn="1"/>
        </p:nvSpPr>
        <p:spPr bwMode="auto">
          <a:xfrm flipH="1">
            <a:off x="7375525" y="2135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AC619"/>
              </a:gs>
              <a:gs pos="0">
                <a:srgbClr val="ADCA0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9" name="Freeform 69"/>
          <p:cNvSpPr>
            <a:spLocks/>
          </p:cNvSpPr>
          <p:nvPr userDrawn="1"/>
        </p:nvSpPr>
        <p:spPr bwMode="auto">
          <a:xfrm flipH="1">
            <a:off x="6635750" y="642144"/>
            <a:ext cx="374650" cy="639763"/>
          </a:xfrm>
          <a:custGeom>
            <a:avLst/>
            <a:gdLst>
              <a:gd name="T0" fmla="*/ 234 w 236"/>
              <a:gd name="T1" fmla="*/ 0 h 403"/>
              <a:gd name="T2" fmla="*/ 236 w 236"/>
              <a:gd name="T3" fmla="*/ 269 h 403"/>
              <a:gd name="T4" fmla="*/ 2 w 236"/>
              <a:gd name="T5" fmla="*/ 403 h 403"/>
              <a:gd name="T6" fmla="*/ 0 w 236"/>
              <a:gd name="T7" fmla="*/ 134 h 403"/>
              <a:gd name="T8" fmla="*/ 234 w 236"/>
              <a:gd name="T9" fmla="*/ 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3">
                <a:moveTo>
                  <a:pt x="234" y="0"/>
                </a:moveTo>
                <a:lnTo>
                  <a:pt x="236" y="269"/>
                </a:lnTo>
                <a:lnTo>
                  <a:pt x="2" y="403"/>
                </a:lnTo>
                <a:lnTo>
                  <a:pt x="0" y="134"/>
                </a:lnTo>
                <a:lnTo>
                  <a:pt x="234" y="0"/>
                </a:lnTo>
                <a:close/>
              </a:path>
            </a:pathLst>
          </a:custGeom>
          <a:gradFill>
            <a:gsLst>
              <a:gs pos="100000">
                <a:srgbClr val="FE9E3F"/>
              </a:gs>
              <a:gs pos="0">
                <a:srgbClr val="FDB049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3200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 flipH="1"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solidFill>
                <a:srgbClr val="FFFFFF"/>
              </a:solidFill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8036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271637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21682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7172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8013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36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5400000" flipH="1">
            <a:off x="7287036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8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16200000" flipH="1">
            <a:off x="5078133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 flipH="1">
            <a:off x="11819934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 flipH="1">
            <a:off x="296660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646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2800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auto">
          <a:xfrm>
            <a:off x="0" y="0"/>
            <a:ext cx="9965762" cy="6858001"/>
          </a:xfrm>
          <a:custGeom>
            <a:avLst/>
            <a:gdLst>
              <a:gd name="connsiteX0" fmla="*/ 7385001 w 9965762"/>
              <a:gd name="connsiteY0" fmla="*/ 5774783 h 6858001"/>
              <a:gd name="connsiteX1" fmla="*/ 7016701 w 9965762"/>
              <a:gd name="connsiteY1" fmla="*/ 5993858 h 6858001"/>
              <a:gd name="connsiteX2" fmla="*/ 7385001 w 9965762"/>
              <a:gd name="connsiteY2" fmla="*/ 6206583 h 6858001"/>
              <a:gd name="connsiteX3" fmla="*/ 7381057 w 9965762"/>
              <a:gd name="connsiteY3" fmla="*/ 4067175 h 6858001"/>
              <a:gd name="connsiteX4" fmla="*/ 7009582 w 9965762"/>
              <a:gd name="connsiteY4" fmla="*/ 4279900 h 6858001"/>
              <a:gd name="connsiteX5" fmla="*/ 7012757 w 9965762"/>
              <a:gd name="connsiteY5" fmla="*/ 4708525 h 6858001"/>
              <a:gd name="connsiteX6" fmla="*/ 7384232 w 9965762"/>
              <a:gd name="connsiteY6" fmla="*/ 4495800 h 6858001"/>
              <a:gd name="connsiteX7" fmla="*/ 7386331 w 9965762"/>
              <a:gd name="connsiteY7" fmla="*/ 2781300 h 6858001"/>
              <a:gd name="connsiteX8" fmla="*/ 7386331 w 9965762"/>
              <a:gd name="connsiteY8" fmla="*/ 3209925 h 6858001"/>
              <a:gd name="connsiteX9" fmla="*/ 7754631 w 9965762"/>
              <a:gd name="connsiteY9" fmla="*/ 2997200 h 6858001"/>
              <a:gd name="connsiteX10" fmla="*/ 7751456 w 9965762"/>
              <a:gd name="connsiteY10" fmla="*/ 2143125 h 6858001"/>
              <a:gd name="connsiteX11" fmla="*/ 7383156 w 9965762"/>
              <a:gd name="connsiteY11" fmla="*/ 2359025 h 6858001"/>
              <a:gd name="connsiteX12" fmla="*/ 7751456 w 9965762"/>
              <a:gd name="connsiteY12" fmla="*/ 2571750 h 6858001"/>
              <a:gd name="connsiteX13" fmla="*/ 0 w 9965762"/>
              <a:gd name="connsiteY13" fmla="*/ 0 h 6858001"/>
              <a:gd name="connsiteX14" fmla="*/ 929970 w 9965762"/>
              <a:gd name="connsiteY14" fmla="*/ 0 h 6858001"/>
              <a:gd name="connsiteX15" fmla="*/ 2120900 w 9965762"/>
              <a:gd name="connsiteY15" fmla="*/ 0 h 6858001"/>
              <a:gd name="connsiteX16" fmla="*/ 8497581 w 9965762"/>
              <a:gd name="connsiteY16" fmla="*/ 0 h 6858001"/>
              <a:gd name="connsiteX17" fmla="*/ 8494406 w 9965762"/>
              <a:gd name="connsiteY17" fmla="*/ 428625 h 6858001"/>
              <a:gd name="connsiteX18" fmla="*/ 8865881 w 9965762"/>
              <a:gd name="connsiteY18" fmla="*/ 641350 h 6858001"/>
              <a:gd name="connsiteX19" fmla="*/ 8869056 w 9965762"/>
              <a:gd name="connsiteY19" fmla="*/ 212725 h 6858001"/>
              <a:gd name="connsiteX20" fmla="*/ 8497581 w 9965762"/>
              <a:gd name="connsiteY20" fmla="*/ 0 h 6858001"/>
              <a:gd name="connsiteX21" fmla="*/ 9965762 w 9965762"/>
              <a:gd name="connsiteY21" fmla="*/ 0 h 6858001"/>
              <a:gd name="connsiteX22" fmla="*/ 9239920 w 9965762"/>
              <a:gd name="connsiteY22" fmla="*/ 428860 h 6858001"/>
              <a:gd name="connsiteX23" fmla="*/ 9228507 w 9965762"/>
              <a:gd name="connsiteY23" fmla="*/ 1285122 h 6858001"/>
              <a:gd name="connsiteX24" fmla="*/ 8498502 w 9965762"/>
              <a:gd name="connsiteY24" fmla="*/ 1717306 h 6858001"/>
              <a:gd name="connsiteX25" fmla="*/ 8498030 w 9965762"/>
              <a:gd name="connsiteY25" fmla="*/ 2137585 h 6858001"/>
              <a:gd name="connsiteX26" fmla="*/ 8127804 w 9965762"/>
              <a:gd name="connsiteY26" fmla="*/ 2351048 h 6858001"/>
              <a:gd name="connsiteX27" fmla="*/ 8131128 w 9965762"/>
              <a:gd name="connsiteY27" fmla="*/ 3212071 h 6858001"/>
              <a:gd name="connsiteX28" fmla="*/ 8489447 w 9965762"/>
              <a:gd name="connsiteY28" fmla="*/ 3422681 h 6858001"/>
              <a:gd name="connsiteX29" fmla="*/ 8498502 w 9965762"/>
              <a:gd name="connsiteY29" fmla="*/ 3856304 h 6858001"/>
              <a:gd name="connsiteX30" fmla="*/ 8131129 w 9965762"/>
              <a:gd name="connsiteY30" fmla="*/ 4066445 h 6858001"/>
              <a:gd name="connsiteX31" fmla="*/ 8128748 w 9965762"/>
              <a:gd name="connsiteY31" fmla="*/ 4499572 h 6858001"/>
              <a:gd name="connsiteX32" fmla="*/ 9236593 w 9965762"/>
              <a:gd name="connsiteY32" fmla="*/ 5138078 h 6858001"/>
              <a:gd name="connsiteX33" fmla="*/ 9228507 w 9965762"/>
              <a:gd name="connsiteY33" fmla="*/ 5558356 h 6858001"/>
              <a:gd name="connsiteX34" fmla="*/ 8860639 w 9965762"/>
              <a:gd name="connsiteY34" fmla="*/ 5789456 h 6858001"/>
              <a:gd name="connsiteX35" fmla="*/ 8857787 w 9965762"/>
              <a:gd name="connsiteY35" fmla="*/ 6201624 h 6858001"/>
              <a:gd name="connsiteX36" fmla="*/ 8477541 w 9965762"/>
              <a:gd name="connsiteY36" fmla="*/ 6446067 h 6858001"/>
              <a:gd name="connsiteX37" fmla="*/ 8506551 w 9965762"/>
              <a:gd name="connsiteY37" fmla="*/ 6858001 h 6858001"/>
              <a:gd name="connsiteX38" fmla="*/ 2120900 w 9965762"/>
              <a:gd name="connsiteY38" fmla="*/ 6858001 h 6858001"/>
              <a:gd name="connsiteX39" fmla="*/ 929970 w 9965762"/>
              <a:gd name="connsiteY39" fmla="*/ 6858001 h 6858001"/>
              <a:gd name="connsiteX40" fmla="*/ 0 w 9965762"/>
              <a:gd name="connsiteY4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965762" h="6858001">
                <a:moveTo>
                  <a:pt x="7385001" y="5774783"/>
                </a:moveTo>
                <a:lnTo>
                  <a:pt x="7016701" y="5993858"/>
                </a:lnTo>
                <a:lnTo>
                  <a:pt x="7385001" y="6206583"/>
                </a:lnTo>
                <a:close/>
                <a:moveTo>
                  <a:pt x="7381057" y="4067175"/>
                </a:moveTo>
                <a:lnTo>
                  <a:pt x="7009582" y="4279900"/>
                </a:lnTo>
                <a:lnTo>
                  <a:pt x="7012757" y="4708525"/>
                </a:lnTo>
                <a:lnTo>
                  <a:pt x="7384232" y="4495800"/>
                </a:lnTo>
                <a:close/>
                <a:moveTo>
                  <a:pt x="7386331" y="2781300"/>
                </a:moveTo>
                <a:lnTo>
                  <a:pt x="7386331" y="3209925"/>
                </a:lnTo>
                <a:lnTo>
                  <a:pt x="7754631" y="2997200"/>
                </a:lnTo>
                <a:close/>
                <a:moveTo>
                  <a:pt x="7751456" y="2143125"/>
                </a:moveTo>
                <a:lnTo>
                  <a:pt x="7383156" y="2359025"/>
                </a:lnTo>
                <a:lnTo>
                  <a:pt x="7751456" y="2571750"/>
                </a:lnTo>
                <a:close/>
                <a:moveTo>
                  <a:pt x="0" y="0"/>
                </a:moveTo>
                <a:lnTo>
                  <a:pt x="929970" y="0"/>
                </a:lnTo>
                <a:lnTo>
                  <a:pt x="2120900" y="0"/>
                </a:lnTo>
                <a:lnTo>
                  <a:pt x="8497581" y="0"/>
                </a:lnTo>
                <a:lnTo>
                  <a:pt x="8494406" y="428625"/>
                </a:lnTo>
                <a:lnTo>
                  <a:pt x="8865881" y="641350"/>
                </a:lnTo>
                <a:lnTo>
                  <a:pt x="8869056" y="212725"/>
                </a:lnTo>
                <a:lnTo>
                  <a:pt x="8497581" y="0"/>
                </a:lnTo>
                <a:lnTo>
                  <a:pt x="9965762" y="0"/>
                </a:lnTo>
                <a:lnTo>
                  <a:pt x="9239920" y="428860"/>
                </a:lnTo>
                <a:cubicBezTo>
                  <a:pt x="9239291" y="426943"/>
                  <a:pt x="9226754" y="1296564"/>
                  <a:pt x="9228507" y="1285122"/>
                </a:cubicBezTo>
                <a:lnTo>
                  <a:pt x="8498502" y="1717306"/>
                </a:lnTo>
                <a:cubicBezTo>
                  <a:pt x="8497551" y="1866130"/>
                  <a:pt x="8498981" y="1988761"/>
                  <a:pt x="8498030" y="2137585"/>
                </a:cubicBezTo>
                <a:lnTo>
                  <a:pt x="8127804" y="2351048"/>
                </a:lnTo>
                <a:lnTo>
                  <a:pt x="8131128" y="3212071"/>
                </a:lnTo>
                <a:lnTo>
                  <a:pt x="8489447" y="3422681"/>
                </a:lnTo>
                <a:cubicBezTo>
                  <a:pt x="8488496" y="3570397"/>
                  <a:pt x="8499453" y="3708588"/>
                  <a:pt x="8498502" y="3856304"/>
                </a:cubicBezTo>
                <a:lnTo>
                  <a:pt x="8131129" y="4066445"/>
                </a:lnTo>
                <a:cubicBezTo>
                  <a:pt x="8131923" y="4210821"/>
                  <a:pt x="8127954" y="4355196"/>
                  <a:pt x="8128748" y="4499572"/>
                </a:cubicBezTo>
                <a:lnTo>
                  <a:pt x="9236593" y="5138078"/>
                </a:lnTo>
                <a:cubicBezTo>
                  <a:pt x="9234691" y="5278965"/>
                  <a:pt x="9230409" y="5417469"/>
                  <a:pt x="9228507" y="5558356"/>
                </a:cubicBezTo>
                <a:lnTo>
                  <a:pt x="8860639" y="5789456"/>
                </a:lnTo>
                <a:cubicBezTo>
                  <a:pt x="8859688" y="5926845"/>
                  <a:pt x="8858738" y="6064235"/>
                  <a:pt x="8857787" y="6201624"/>
                </a:cubicBezTo>
                <a:lnTo>
                  <a:pt x="8477541" y="6446067"/>
                </a:lnTo>
                <a:lnTo>
                  <a:pt x="8506551" y="6858001"/>
                </a:lnTo>
                <a:lnTo>
                  <a:pt x="2120900" y="6858001"/>
                </a:lnTo>
                <a:lnTo>
                  <a:pt x="929970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6858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 algn="r" rtl="1"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96858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4277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2"/>
          </p:nvPr>
        </p:nvSpPr>
        <p:spPr>
          <a:xfrm>
            <a:off x="700615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Freeform 30"/>
          <p:cNvSpPr>
            <a:spLocks/>
          </p:cNvSpPr>
          <p:nvPr userDrawn="1"/>
        </p:nvSpPr>
        <p:spPr bwMode="auto">
          <a:xfrm flipH="1">
            <a:off x="8859274" y="3425825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49E7C"/>
              </a:gs>
              <a:gs pos="0">
                <a:srgbClr val="1EAE7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4" name="Freeform 31"/>
          <p:cNvSpPr>
            <a:spLocks/>
          </p:cNvSpPr>
          <p:nvPr userDrawn="1"/>
        </p:nvSpPr>
        <p:spPr bwMode="auto">
          <a:xfrm flipH="1">
            <a:off x="7382899" y="3425825"/>
            <a:ext cx="742950" cy="644525"/>
          </a:xfrm>
          <a:custGeom>
            <a:avLst/>
            <a:gdLst>
              <a:gd name="T0" fmla="*/ 2 w 468"/>
              <a:gd name="T1" fmla="*/ 406 h 406"/>
              <a:gd name="T2" fmla="*/ 468 w 468"/>
              <a:gd name="T3" fmla="*/ 134 h 406"/>
              <a:gd name="T4" fmla="*/ 234 w 468"/>
              <a:gd name="T5" fmla="*/ 0 h 406"/>
              <a:gd name="T6" fmla="*/ 0 w 468"/>
              <a:gd name="T7" fmla="*/ 136 h 406"/>
              <a:gd name="T8" fmla="*/ 2 w 468"/>
              <a:gd name="T9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6">
                <a:moveTo>
                  <a:pt x="2" y="406"/>
                </a:moveTo>
                <a:lnTo>
                  <a:pt x="468" y="134"/>
                </a:lnTo>
                <a:lnTo>
                  <a:pt x="234" y="0"/>
                </a:lnTo>
                <a:lnTo>
                  <a:pt x="0" y="136"/>
                </a:lnTo>
                <a:lnTo>
                  <a:pt x="2" y="406"/>
                </a:lnTo>
                <a:close/>
              </a:path>
            </a:pathLst>
          </a:custGeom>
          <a:gradFill>
            <a:gsLst>
              <a:gs pos="100000">
                <a:srgbClr val="EE6134"/>
              </a:gs>
              <a:gs pos="0">
                <a:srgbClr val="FF6E3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5" name="Freeform 32"/>
          <p:cNvSpPr>
            <a:spLocks/>
          </p:cNvSpPr>
          <p:nvPr userDrawn="1"/>
        </p:nvSpPr>
        <p:spPr bwMode="auto">
          <a:xfrm flipH="1">
            <a:off x="9968937" y="406717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4E498C"/>
              </a:gs>
              <a:gs pos="0">
                <a:srgbClr val="544D9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6" name="Freeform 33"/>
          <p:cNvSpPr>
            <a:spLocks/>
          </p:cNvSpPr>
          <p:nvPr userDrawn="1"/>
        </p:nvSpPr>
        <p:spPr bwMode="auto">
          <a:xfrm flipH="1">
            <a:off x="9230750" y="4708525"/>
            <a:ext cx="366712" cy="431800"/>
          </a:xfrm>
          <a:custGeom>
            <a:avLst/>
            <a:gdLst>
              <a:gd name="T0" fmla="*/ 0 w 231"/>
              <a:gd name="T1" fmla="*/ 136 h 272"/>
              <a:gd name="T2" fmla="*/ 231 w 231"/>
              <a:gd name="T3" fmla="*/ 0 h 272"/>
              <a:gd name="T4" fmla="*/ 231 w 231"/>
              <a:gd name="T5" fmla="*/ 272 h 272"/>
              <a:gd name="T6" fmla="*/ 0 w 231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1" h="272">
                <a:moveTo>
                  <a:pt x="0" y="136"/>
                </a:moveTo>
                <a:lnTo>
                  <a:pt x="231" y="0"/>
                </a:lnTo>
                <a:lnTo>
                  <a:pt x="231" y="272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A64D40"/>
              </a:gs>
              <a:gs pos="0">
                <a:srgbClr val="BB533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7" name="Freeform 34"/>
          <p:cNvSpPr>
            <a:spLocks/>
          </p:cNvSpPr>
          <p:nvPr userDrawn="1"/>
        </p:nvSpPr>
        <p:spPr bwMode="auto">
          <a:xfrm flipH="1">
            <a:off x="7751199" y="1282700"/>
            <a:ext cx="371475" cy="428625"/>
          </a:xfrm>
          <a:custGeom>
            <a:avLst/>
            <a:gdLst>
              <a:gd name="T0" fmla="*/ 0 w 234"/>
              <a:gd name="T1" fmla="*/ 134 h 270"/>
              <a:gd name="T2" fmla="*/ 234 w 234"/>
              <a:gd name="T3" fmla="*/ 0 h 270"/>
              <a:gd name="T4" fmla="*/ 234 w 234"/>
              <a:gd name="T5" fmla="*/ 270 h 270"/>
              <a:gd name="T6" fmla="*/ 0 w 234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4"/>
                </a:moveTo>
                <a:lnTo>
                  <a:pt x="234" y="0"/>
                </a:lnTo>
                <a:lnTo>
                  <a:pt x="234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6CC65"/>
              </a:gs>
              <a:gs pos="0">
                <a:srgbClr val="87C22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8" name="Freeform 35"/>
          <p:cNvSpPr>
            <a:spLocks/>
          </p:cNvSpPr>
          <p:nvPr userDrawn="1"/>
        </p:nvSpPr>
        <p:spPr bwMode="auto">
          <a:xfrm flipH="1">
            <a:off x="8494149" y="1924050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FF9441"/>
              </a:gs>
              <a:gs pos="0">
                <a:srgbClr val="FE954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9" name="Freeform 36"/>
          <p:cNvSpPr>
            <a:spLocks/>
          </p:cNvSpPr>
          <p:nvPr userDrawn="1"/>
        </p:nvSpPr>
        <p:spPr bwMode="auto">
          <a:xfrm flipH="1">
            <a:off x="9597462" y="51371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1E6B74"/>
              </a:gs>
              <a:gs pos="0">
                <a:srgbClr val="1B737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0" name="Freeform 37"/>
          <p:cNvSpPr>
            <a:spLocks/>
          </p:cNvSpPr>
          <p:nvPr userDrawn="1"/>
        </p:nvSpPr>
        <p:spPr bwMode="auto">
          <a:xfrm flipH="1">
            <a:off x="7386074" y="4708525"/>
            <a:ext cx="368300" cy="431800"/>
          </a:xfrm>
          <a:custGeom>
            <a:avLst/>
            <a:gdLst>
              <a:gd name="T0" fmla="*/ 232 w 232"/>
              <a:gd name="T1" fmla="*/ 138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8"/>
                </a:moveTo>
                <a:lnTo>
                  <a:pt x="0" y="272"/>
                </a:lnTo>
                <a:lnTo>
                  <a:pt x="0" y="0"/>
                </a:lnTo>
                <a:lnTo>
                  <a:pt x="232" y="138"/>
                </a:lnTo>
                <a:close/>
              </a:path>
            </a:pathLst>
          </a:custGeom>
          <a:gradFill>
            <a:gsLst>
              <a:gs pos="100000">
                <a:srgbClr val="484484"/>
              </a:gs>
              <a:gs pos="0">
                <a:srgbClr val="4F498C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1" name="Freeform 38"/>
          <p:cNvSpPr>
            <a:spLocks/>
          </p:cNvSpPr>
          <p:nvPr userDrawn="1"/>
        </p:nvSpPr>
        <p:spPr bwMode="auto">
          <a:xfrm flipH="1">
            <a:off x="9597462" y="64198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353055"/>
              </a:gs>
              <a:gs pos="0">
                <a:srgbClr val="4832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2" name="Freeform 39"/>
          <p:cNvSpPr>
            <a:spLocks/>
          </p:cNvSpPr>
          <p:nvPr userDrawn="1"/>
        </p:nvSpPr>
        <p:spPr bwMode="auto">
          <a:xfrm flipH="1">
            <a:off x="7754374" y="620712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0326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3" name="Freeform 40"/>
          <p:cNvSpPr>
            <a:spLocks/>
          </p:cNvSpPr>
          <p:nvPr userDrawn="1"/>
        </p:nvSpPr>
        <p:spPr bwMode="auto">
          <a:xfrm flipH="1">
            <a:off x="7751199" y="5565775"/>
            <a:ext cx="371475" cy="428625"/>
          </a:xfrm>
          <a:custGeom>
            <a:avLst/>
            <a:gdLst>
              <a:gd name="T0" fmla="*/ 0 w 234"/>
              <a:gd name="T1" fmla="*/ 136 h 270"/>
              <a:gd name="T2" fmla="*/ 234 w 234"/>
              <a:gd name="T3" fmla="*/ 270 h 270"/>
              <a:gd name="T4" fmla="*/ 234 w 234"/>
              <a:gd name="T5" fmla="*/ 0 h 270"/>
              <a:gd name="T6" fmla="*/ 0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6"/>
                </a:moveTo>
                <a:lnTo>
                  <a:pt x="234" y="270"/>
                </a:lnTo>
                <a:lnTo>
                  <a:pt x="234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7C535D"/>
              </a:gs>
              <a:gs pos="0">
                <a:srgbClr val="82434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4" name="Freeform 41"/>
          <p:cNvSpPr>
            <a:spLocks/>
          </p:cNvSpPr>
          <p:nvPr userDrawn="1"/>
        </p:nvSpPr>
        <p:spPr bwMode="auto">
          <a:xfrm flipH="1">
            <a:off x="8862449" y="5994400"/>
            <a:ext cx="374650" cy="641350"/>
          </a:xfrm>
          <a:custGeom>
            <a:avLst/>
            <a:gdLst>
              <a:gd name="T0" fmla="*/ 2 w 236"/>
              <a:gd name="T1" fmla="*/ 0 h 404"/>
              <a:gd name="T2" fmla="*/ 0 w 236"/>
              <a:gd name="T3" fmla="*/ 270 h 404"/>
              <a:gd name="T4" fmla="*/ 234 w 236"/>
              <a:gd name="T5" fmla="*/ 404 h 404"/>
              <a:gd name="T6" fmla="*/ 236 w 236"/>
              <a:gd name="T7" fmla="*/ 134 h 404"/>
              <a:gd name="T8" fmla="*/ 2 w 236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4">
                <a:moveTo>
                  <a:pt x="2" y="0"/>
                </a:moveTo>
                <a:lnTo>
                  <a:pt x="0" y="270"/>
                </a:lnTo>
                <a:lnTo>
                  <a:pt x="234" y="404"/>
                </a:lnTo>
                <a:lnTo>
                  <a:pt x="236" y="134"/>
                </a:lnTo>
                <a:lnTo>
                  <a:pt x="2" y="0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636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5" name="Freeform 42"/>
          <p:cNvSpPr>
            <a:spLocks/>
          </p:cNvSpPr>
          <p:nvPr userDrawn="1"/>
        </p:nvSpPr>
        <p:spPr bwMode="auto">
          <a:xfrm flipH="1">
            <a:off x="8119499" y="854075"/>
            <a:ext cx="739775" cy="428625"/>
          </a:xfrm>
          <a:custGeom>
            <a:avLst/>
            <a:gdLst>
              <a:gd name="T0" fmla="*/ 466 w 466"/>
              <a:gd name="T1" fmla="*/ 136 h 270"/>
              <a:gd name="T2" fmla="*/ 232 w 466"/>
              <a:gd name="T3" fmla="*/ 270 h 270"/>
              <a:gd name="T4" fmla="*/ 0 w 466"/>
              <a:gd name="T5" fmla="*/ 136 h 270"/>
              <a:gd name="T6" fmla="*/ 232 w 466"/>
              <a:gd name="T7" fmla="*/ 0 h 270"/>
              <a:gd name="T8" fmla="*/ 466 w 466"/>
              <a:gd name="T9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6"/>
                </a:moveTo>
                <a:lnTo>
                  <a:pt x="232" y="270"/>
                </a:lnTo>
                <a:lnTo>
                  <a:pt x="0" y="136"/>
                </a:lnTo>
                <a:lnTo>
                  <a:pt x="232" y="0"/>
                </a:lnTo>
                <a:lnTo>
                  <a:pt x="466" y="136"/>
                </a:lnTo>
                <a:close/>
              </a:path>
            </a:pathLst>
          </a:custGeom>
          <a:gradFill>
            <a:gsLst>
              <a:gs pos="100000">
                <a:srgbClr val="60AEEA"/>
              </a:gs>
              <a:gs pos="0">
                <a:srgbClr val="65BDF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6" name="Freeform 43"/>
          <p:cNvSpPr>
            <a:spLocks/>
          </p:cNvSpPr>
          <p:nvPr userDrawn="1"/>
        </p:nvSpPr>
        <p:spPr bwMode="auto">
          <a:xfrm flipH="1">
            <a:off x="8119499" y="5137150"/>
            <a:ext cx="739775" cy="428625"/>
          </a:xfrm>
          <a:custGeom>
            <a:avLst/>
            <a:gdLst>
              <a:gd name="T0" fmla="*/ 466 w 466"/>
              <a:gd name="T1" fmla="*/ 134 h 270"/>
              <a:gd name="T2" fmla="*/ 232 w 466"/>
              <a:gd name="T3" fmla="*/ 270 h 270"/>
              <a:gd name="T4" fmla="*/ 0 w 466"/>
              <a:gd name="T5" fmla="*/ 134 h 270"/>
              <a:gd name="T6" fmla="*/ 232 w 466"/>
              <a:gd name="T7" fmla="*/ 0 h 270"/>
              <a:gd name="T8" fmla="*/ 466 w 466"/>
              <a:gd name="T9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4"/>
                </a:moveTo>
                <a:lnTo>
                  <a:pt x="232" y="270"/>
                </a:lnTo>
                <a:lnTo>
                  <a:pt x="0" y="134"/>
                </a:lnTo>
                <a:lnTo>
                  <a:pt x="232" y="0"/>
                </a:lnTo>
                <a:lnTo>
                  <a:pt x="466" y="134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B747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7" name="Freeform 44"/>
          <p:cNvSpPr>
            <a:spLocks/>
          </p:cNvSpPr>
          <p:nvPr userDrawn="1"/>
        </p:nvSpPr>
        <p:spPr bwMode="auto">
          <a:xfrm flipH="1">
            <a:off x="9600637" y="425450"/>
            <a:ext cx="365125" cy="1069975"/>
          </a:xfrm>
          <a:custGeom>
            <a:avLst/>
            <a:gdLst>
              <a:gd name="T0" fmla="*/ 230 w 230"/>
              <a:gd name="T1" fmla="*/ 674 h 674"/>
              <a:gd name="T2" fmla="*/ 0 w 230"/>
              <a:gd name="T3" fmla="*/ 540 h 674"/>
              <a:gd name="T4" fmla="*/ 0 w 230"/>
              <a:gd name="T5" fmla="*/ 0 h 674"/>
              <a:gd name="T6" fmla="*/ 230 w 230"/>
              <a:gd name="T7" fmla="*/ 136 h 674"/>
              <a:gd name="T8" fmla="*/ 230 w 230"/>
              <a:gd name="T9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674">
                <a:moveTo>
                  <a:pt x="230" y="674"/>
                </a:moveTo>
                <a:lnTo>
                  <a:pt x="0" y="540"/>
                </a:lnTo>
                <a:lnTo>
                  <a:pt x="0" y="0"/>
                </a:lnTo>
                <a:lnTo>
                  <a:pt x="230" y="136"/>
                </a:lnTo>
                <a:lnTo>
                  <a:pt x="230" y="674"/>
                </a:lnTo>
                <a:close/>
              </a:path>
            </a:pathLst>
          </a:custGeom>
          <a:gradFill>
            <a:gsLst>
              <a:gs pos="100000">
                <a:srgbClr val="FFAC49"/>
              </a:gs>
              <a:gs pos="0">
                <a:srgbClr val="FDBD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96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42431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059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r" rtl="0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460825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55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109311" y="1544274"/>
            <a:ext cx="3350851" cy="1495794"/>
          </a:xfrm>
          <a:noFill/>
        </p:spPr>
        <p:txBody>
          <a:bodyPr wrap="square" lIns="0" tIns="0" rIns="0" bIns="0" anchor="b">
            <a:noAutofit/>
          </a:bodyPr>
          <a:lstStyle>
            <a:lvl1pPr algn="r"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3119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KW" sz="5400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274320" tIns="274320" rIns="274320" bIns="137160" rtlCol="0" anchor="b" anchorCtr="0">
            <a:noAutofit/>
          </a:bodyPr>
          <a:lstStyle>
            <a:lvl1pPr>
              <a:defRPr lang="ar-KW" sz="5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 algn="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SA"/>
              <a:t>نص عريض</a:t>
            </a:r>
            <a:endParaRPr lang="ar-KW"/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9957561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173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بيان النص العظيم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936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710055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 flipH="1">
            <a:off x="8112492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3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6896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9443" y="0"/>
            <a:ext cx="416951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white">
          <a:xfrm flipH="1">
            <a:off x="5020044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5268686" y="512763"/>
            <a:ext cx="5887464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227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811123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8432857" y="2681103"/>
            <a:ext cx="3027305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8187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6099977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988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696969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13708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algn="r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3625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4" name="Isosceles Triangle 13"/>
          <p:cNvSpPr/>
          <p:nvPr userDrawn="1"/>
        </p:nvSpPr>
        <p:spPr>
          <a:xfrm flipH="1">
            <a:off x="1118" y="4086278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C1D11-6E8E-8950-6AD2-54218C520A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2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0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0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العنوان الفرعي المقسم يذهب هنا</a:t>
            </a:r>
            <a:endParaRPr lang="en-US"/>
          </a:p>
        </p:txBody>
      </p:sp>
      <p:sp>
        <p:nvSpPr>
          <p:cNvPr id="7" name="Isosceles Triangle 6"/>
          <p:cNvSpPr/>
          <p:nvPr userDrawn="1"/>
        </p:nvSpPr>
        <p:spPr>
          <a:xfrm rot="5400000" flipH="1">
            <a:off x="950343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321309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9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b="1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1" name="Freeform 300"/>
          <p:cNvSpPr>
            <a:spLocks/>
          </p:cNvSpPr>
          <p:nvPr userDrawn="1"/>
        </p:nvSpPr>
        <p:spPr bwMode="auto">
          <a:xfrm flipH="1">
            <a:off x="0" y="-1"/>
            <a:ext cx="9189814" cy="6858000"/>
          </a:xfrm>
          <a:custGeom>
            <a:avLst/>
            <a:gdLst>
              <a:gd name="connsiteX0" fmla="*/ 0 w 9189814"/>
              <a:gd name="connsiteY0" fmla="*/ 0 h 6858000"/>
              <a:gd name="connsiteX1" fmla="*/ 9189814 w 9189814"/>
              <a:gd name="connsiteY1" fmla="*/ 0 h 6858000"/>
              <a:gd name="connsiteX2" fmla="*/ 9189814 w 9189814"/>
              <a:gd name="connsiteY2" fmla="*/ 6858000 h 6858000"/>
              <a:gd name="connsiteX3" fmla="*/ 2191601 w 9189814"/>
              <a:gd name="connsiteY3" fmla="*/ 6858000 h 6858000"/>
              <a:gd name="connsiteX4" fmla="*/ 2550889 w 9189814"/>
              <a:gd name="connsiteY4" fmla="*/ 6643687 h 6858000"/>
              <a:gd name="connsiteX5" fmla="*/ 2548508 w 9189814"/>
              <a:gd name="connsiteY5" fmla="*/ 6207919 h 6858000"/>
              <a:gd name="connsiteX6" fmla="*/ 2181795 w 9189814"/>
              <a:gd name="connsiteY6" fmla="*/ 6003131 h 6858000"/>
              <a:gd name="connsiteX7" fmla="*/ 2922364 w 9189814"/>
              <a:gd name="connsiteY7" fmla="*/ 5572125 h 6858000"/>
              <a:gd name="connsiteX8" fmla="*/ 3303364 w 9189814"/>
              <a:gd name="connsiteY8" fmla="*/ 5788819 h 6858000"/>
              <a:gd name="connsiteX9" fmla="*/ 3670077 w 9189814"/>
              <a:gd name="connsiteY9" fmla="*/ 5557838 h 6858000"/>
              <a:gd name="connsiteX10" fmla="*/ 3660552 w 9189814"/>
              <a:gd name="connsiteY10" fmla="*/ 3855243 h 6858000"/>
              <a:gd name="connsiteX11" fmla="*/ 3293839 w 9189814"/>
              <a:gd name="connsiteY11" fmla="*/ 3633787 h 6858000"/>
              <a:gd name="connsiteX12" fmla="*/ 3286695 w 9189814"/>
              <a:gd name="connsiteY12" fmla="*/ 2783681 h 6858000"/>
              <a:gd name="connsiteX13" fmla="*/ 3662933 w 9189814"/>
              <a:gd name="connsiteY13" fmla="*/ 2571750 h 6858000"/>
              <a:gd name="connsiteX14" fmla="*/ 3658964 w 9189814"/>
              <a:gd name="connsiteY14" fmla="*/ 2143125 h 6858000"/>
              <a:gd name="connsiteX15" fmla="*/ 2563589 w 9189814"/>
              <a:gd name="connsiteY15" fmla="*/ 1485900 h 6858000"/>
              <a:gd name="connsiteX16" fmla="*/ 2195289 w 9189814"/>
              <a:gd name="connsiteY16" fmla="*/ 1708150 h 6858000"/>
              <a:gd name="connsiteX17" fmla="*/ 1820639 w 9189814"/>
              <a:gd name="connsiteY17" fmla="*/ 1479550 h 6858000"/>
              <a:gd name="connsiteX18" fmla="*/ 1817464 w 9189814"/>
              <a:gd name="connsiteY18" fmla="*/ 1057275 h 6858000"/>
              <a:gd name="connsiteX19" fmla="*/ 0 w 9189814"/>
              <a:gd name="connsiteY19" fmla="*/ 0 h 6858000"/>
              <a:gd name="connsiteX20" fmla="*/ 2925539 w 9189814"/>
              <a:gd name="connsiteY20" fmla="*/ 854076 h 6858000"/>
              <a:gd name="connsiteX21" fmla="*/ 2925539 w 9189814"/>
              <a:gd name="connsiteY21" fmla="*/ 1282701 h 6858000"/>
              <a:gd name="connsiteX22" fmla="*/ 3297014 w 9189814"/>
              <a:gd name="connsiteY22" fmla="*/ 1066801 h 6858000"/>
              <a:gd name="connsiteX23" fmla="*/ 2925539 w 9189814"/>
              <a:gd name="connsiteY23" fmla="*/ 854076 h 6858000"/>
              <a:gd name="connsiteX24" fmla="*/ 4033613 w 9189814"/>
              <a:gd name="connsiteY24" fmla="*/ 1925636 h 6858000"/>
              <a:gd name="connsiteX25" fmla="*/ 4033613 w 9189814"/>
              <a:gd name="connsiteY25" fmla="*/ 2784474 h 6858000"/>
              <a:gd name="connsiteX26" fmla="*/ 4405088 w 9189814"/>
              <a:gd name="connsiteY26" fmla="*/ 2571749 h 6858000"/>
              <a:gd name="connsiteX27" fmla="*/ 4405088 w 9189814"/>
              <a:gd name="connsiteY27" fmla="*/ 2138361 h 6858000"/>
              <a:gd name="connsiteX28" fmla="*/ 4033613 w 9189814"/>
              <a:gd name="connsiteY28" fmla="*/ 1925636 h 6858000"/>
              <a:gd name="connsiteX29" fmla="*/ 3668489 w 9189814"/>
              <a:gd name="connsiteY29" fmla="*/ 2997200 h 6858000"/>
              <a:gd name="connsiteX30" fmla="*/ 3668489 w 9189814"/>
              <a:gd name="connsiteY30" fmla="*/ 3425825 h 6858000"/>
              <a:gd name="connsiteX31" fmla="*/ 4039964 w 9189814"/>
              <a:gd name="connsiteY31" fmla="*/ 3209925 h 6858000"/>
              <a:gd name="connsiteX32" fmla="*/ 3668489 w 9189814"/>
              <a:gd name="connsiteY32" fmla="*/ 29972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189814" h="6858000">
                <a:moveTo>
                  <a:pt x="0" y="0"/>
                </a:moveTo>
                <a:lnTo>
                  <a:pt x="9189814" y="0"/>
                </a:lnTo>
                <a:lnTo>
                  <a:pt x="9189814" y="6858000"/>
                </a:lnTo>
                <a:lnTo>
                  <a:pt x="2191601" y="6858000"/>
                </a:lnTo>
                <a:lnTo>
                  <a:pt x="2550889" y="6643687"/>
                </a:lnTo>
                <a:cubicBezTo>
                  <a:pt x="2550095" y="6493668"/>
                  <a:pt x="2549302" y="6357938"/>
                  <a:pt x="2548508" y="6207919"/>
                </a:cubicBezTo>
                <a:lnTo>
                  <a:pt x="2181795" y="6003131"/>
                </a:lnTo>
                <a:lnTo>
                  <a:pt x="2922364" y="5572125"/>
                </a:lnTo>
                <a:lnTo>
                  <a:pt x="3303364" y="5788819"/>
                </a:lnTo>
                <a:lnTo>
                  <a:pt x="3670077" y="5557838"/>
                </a:lnTo>
                <a:cubicBezTo>
                  <a:pt x="3669283" y="4988719"/>
                  <a:pt x="3661346" y="4424362"/>
                  <a:pt x="3660552" y="3855243"/>
                </a:cubicBezTo>
                <a:lnTo>
                  <a:pt x="3293839" y="3633787"/>
                </a:lnTo>
                <a:cubicBezTo>
                  <a:pt x="3291458" y="3350418"/>
                  <a:pt x="3289076" y="3067050"/>
                  <a:pt x="3286695" y="2783681"/>
                </a:cubicBezTo>
                <a:lnTo>
                  <a:pt x="3662933" y="2571750"/>
                </a:lnTo>
                <a:lnTo>
                  <a:pt x="3658964" y="2143125"/>
                </a:lnTo>
                <a:lnTo>
                  <a:pt x="2563589" y="1485900"/>
                </a:lnTo>
                <a:lnTo>
                  <a:pt x="2195289" y="1708150"/>
                </a:lnTo>
                <a:lnTo>
                  <a:pt x="1820639" y="1479550"/>
                </a:lnTo>
                <a:cubicBezTo>
                  <a:pt x="1819581" y="1336675"/>
                  <a:pt x="1818522" y="1200150"/>
                  <a:pt x="1817464" y="1057275"/>
                </a:cubicBezTo>
                <a:lnTo>
                  <a:pt x="0" y="0"/>
                </a:lnTo>
                <a:close/>
                <a:moveTo>
                  <a:pt x="2925539" y="854076"/>
                </a:moveTo>
                <a:lnTo>
                  <a:pt x="2925539" y="1282701"/>
                </a:lnTo>
                <a:lnTo>
                  <a:pt x="3297014" y="1066801"/>
                </a:lnTo>
                <a:lnTo>
                  <a:pt x="2925539" y="854076"/>
                </a:lnTo>
                <a:close/>
                <a:moveTo>
                  <a:pt x="4033613" y="1925636"/>
                </a:moveTo>
                <a:lnTo>
                  <a:pt x="4033613" y="2784474"/>
                </a:lnTo>
                <a:lnTo>
                  <a:pt x="4405088" y="2571749"/>
                </a:lnTo>
                <a:lnTo>
                  <a:pt x="4405088" y="2138361"/>
                </a:lnTo>
                <a:lnTo>
                  <a:pt x="4033613" y="1925636"/>
                </a:lnTo>
                <a:close/>
                <a:moveTo>
                  <a:pt x="3668489" y="2997200"/>
                </a:moveTo>
                <a:lnTo>
                  <a:pt x="3668489" y="3425825"/>
                </a:lnTo>
                <a:lnTo>
                  <a:pt x="4039964" y="3209925"/>
                </a:lnTo>
                <a:lnTo>
                  <a:pt x="3668489" y="29972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2" name="Picture Placeholder 281"/>
          <p:cNvSpPr>
            <a:spLocks noGrp="1"/>
          </p:cNvSpPr>
          <p:nvPr>
            <p:ph type="pic" sz="quarter" idx="11"/>
          </p:nvPr>
        </p:nvSpPr>
        <p:spPr>
          <a:xfrm>
            <a:off x="4784727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86336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 algn="l" rtl="1"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الفاصل يذهب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786336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 algn="l" rtl="1"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283" name="Freeform 53"/>
          <p:cNvSpPr>
            <a:spLocks/>
          </p:cNvSpPr>
          <p:nvPr userDrawn="1"/>
        </p:nvSpPr>
        <p:spPr bwMode="auto">
          <a:xfrm flipH="1">
            <a:off x="8483600" y="638969"/>
            <a:ext cx="371475" cy="858838"/>
          </a:xfrm>
          <a:custGeom>
            <a:avLst/>
            <a:gdLst>
              <a:gd name="T0" fmla="*/ 0 w 234"/>
              <a:gd name="T1" fmla="*/ 0 h 541"/>
              <a:gd name="T2" fmla="*/ 0 w 234"/>
              <a:gd name="T3" fmla="*/ 541 h 541"/>
              <a:gd name="T4" fmla="*/ 234 w 234"/>
              <a:gd name="T5" fmla="*/ 407 h 541"/>
              <a:gd name="T6" fmla="*/ 234 w 234"/>
              <a:gd name="T7" fmla="*/ 134 h 541"/>
              <a:gd name="T8" fmla="*/ 0 w 234"/>
              <a:gd name="T9" fmla="*/ 0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1">
                <a:moveTo>
                  <a:pt x="0" y="0"/>
                </a:moveTo>
                <a:lnTo>
                  <a:pt x="0" y="541"/>
                </a:lnTo>
                <a:lnTo>
                  <a:pt x="234" y="407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65A2E0"/>
              </a:gs>
              <a:gs pos="0">
                <a:srgbClr val="65BBF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4" name="Freeform 54"/>
          <p:cNvSpPr>
            <a:spLocks/>
          </p:cNvSpPr>
          <p:nvPr userDrawn="1"/>
        </p:nvSpPr>
        <p:spPr bwMode="auto">
          <a:xfrm flipH="1">
            <a:off x="4787900" y="4496594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7867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5" name="Freeform 55"/>
          <p:cNvSpPr>
            <a:spLocks/>
          </p:cNvSpPr>
          <p:nvPr userDrawn="1"/>
        </p:nvSpPr>
        <p:spPr bwMode="auto">
          <a:xfrm flipH="1">
            <a:off x="7000875" y="5996782"/>
            <a:ext cx="742950" cy="641350"/>
          </a:xfrm>
          <a:custGeom>
            <a:avLst/>
            <a:gdLst>
              <a:gd name="T0" fmla="*/ 466 w 468"/>
              <a:gd name="T1" fmla="*/ 0 h 404"/>
              <a:gd name="T2" fmla="*/ 0 w 468"/>
              <a:gd name="T3" fmla="*/ 272 h 404"/>
              <a:gd name="T4" fmla="*/ 234 w 468"/>
              <a:gd name="T5" fmla="*/ 404 h 404"/>
              <a:gd name="T6" fmla="*/ 468 w 468"/>
              <a:gd name="T7" fmla="*/ 268 h 404"/>
              <a:gd name="T8" fmla="*/ 466 w 468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4">
                <a:moveTo>
                  <a:pt x="466" y="0"/>
                </a:moveTo>
                <a:lnTo>
                  <a:pt x="0" y="272"/>
                </a:lnTo>
                <a:lnTo>
                  <a:pt x="234" y="404"/>
                </a:lnTo>
                <a:lnTo>
                  <a:pt x="468" y="268"/>
                </a:lnTo>
                <a:lnTo>
                  <a:pt x="466" y="0"/>
                </a:lnTo>
                <a:close/>
              </a:path>
            </a:pathLst>
          </a:custGeom>
          <a:gradFill>
            <a:gsLst>
              <a:gs pos="100000">
                <a:srgbClr val="332D50"/>
              </a:gs>
              <a:gs pos="0">
                <a:srgbClr val="5B384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6" name="Freeform 56"/>
          <p:cNvSpPr>
            <a:spLocks/>
          </p:cNvSpPr>
          <p:nvPr userDrawn="1"/>
        </p:nvSpPr>
        <p:spPr bwMode="auto">
          <a:xfrm flipH="1">
            <a:off x="7743825" y="1069182"/>
            <a:ext cx="371475" cy="428625"/>
          </a:xfrm>
          <a:custGeom>
            <a:avLst/>
            <a:gdLst>
              <a:gd name="T0" fmla="*/ 0 w 234"/>
              <a:gd name="T1" fmla="*/ 0 h 270"/>
              <a:gd name="T2" fmla="*/ 0 w 234"/>
              <a:gd name="T3" fmla="*/ 270 h 270"/>
              <a:gd name="T4" fmla="*/ 234 w 234"/>
              <a:gd name="T5" fmla="*/ 134 h 270"/>
              <a:gd name="T6" fmla="*/ 0 w 234"/>
              <a:gd name="T7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0"/>
                </a:moveTo>
                <a:lnTo>
                  <a:pt x="0" y="270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FEA659"/>
              </a:gs>
              <a:gs pos="0">
                <a:srgbClr val="FEA6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7" name="Freeform 57"/>
          <p:cNvSpPr>
            <a:spLocks/>
          </p:cNvSpPr>
          <p:nvPr userDrawn="1"/>
        </p:nvSpPr>
        <p:spPr bwMode="auto">
          <a:xfrm flipH="1">
            <a:off x="7375525" y="1926432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52BC5D"/>
              </a:gs>
              <a:gs pos="0">
                <a:srgbClr val="5BBA4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8" name="Freeform 58"/>
          <p:cNvSpPr>
            <a:spLocks/>
          </p:cNvSpPr>
          <p:nvPr userDrawn="1"/>
        </p:nvSpPr>
        <p:spPr bwMode="auto">
          <a:xfrm flipH="1">
            <a:off x="7007225" y="34266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ED6136"/>
              </a:gs>
              <a:gs pos="0">
                <a:srgbClr val="FF683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89" name="Freeform 59"/>
          <p:cNvSpPr>
            <a:spLocks/>
          </p:cNvSpPr>
          <p:nvPr userDrawn="1"/>
        </p:nvSpPr>
        <p:spPr bwMode="auto">
          <a:xfrm flipH="1">
            <a:off x="6635750" y="3855244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CE583A"/>
              </a:gs>
              <a:gs pos="0">
                <a:srgbClr val="E86036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0" name="Freeform 60"/>
          <p:cNvSpPr>
            <a:spLocks/>
          </p:cNvSpPr>
          <p:nvPr userDrawn="1"/>
        </p:nvSpPr>
        <p:spPr bwMode="auto">
          <a:xfrm flipH="1">
            <a:off x="7375525" y="3852069"/>
            <a:ext cx="371475" cy="431800"/>
          </a:xfrm>
          <a:custGeom>
            <a:avLst/>
            <a:gdLst>
              <a:gd name="T0" fmla="*/ 234 w 234"/>
              <a:gd name="T1" fmla="*/ 138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8"/>
                </a:moveTo>
                <a:lnTo>
                  <a:pt x="0" y="272"/>
                </a:lnTo>
                <a:lnTo>
                  <a:pt x="0" y="0"/>
                </a:lnTo>
                <a:lnTo>
                  <a:pt x="234" y="138"/>
                </a:lnTo>
                <a:close/>
              </a:path>
            </a:pathLst>
          </a:custGeom>
          <a:gradFill>
            <a:gsLst>
              <a:gs pos="100000">
                <a:srgbClr val="159076"/>
              </a:gs>
              <a:gs pos="0">
                <a:srgbClr val="139E78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1" name="Freeform 61"/>
          <p:cNvSpPr>
            <a:spLocks/>
          </p:cNvSpPr>
          <p:nvPr userDrawn="1"/>
        </p:nvSpPr>
        <p:spPr bwMode="auto">
          <a:xfrm flipH="1">
            <a:off x="6267450" y="4925219"/>
            <a:ext cx="371475" cy="431800"/>
          </a:xfrm>
          <a:custGeom>
            <a:avLst/>
            <a:gdLst>
              <a:gd name="T0" fmla="*/ 234 w 234"/>
              <a:gd name="T1" fmla="*/ 136 h 272"/>
              <a:gd name="T2" fmla="*/ 0 w 234"/>
              <a:gd name="T3" fmla="*/ 272 h 272"/>
              <a:gd name="T4" fmla="*/ 0 w 234"/>
              <a:gd name="T5" fmla="*/ 0 h 272"/>
              <a:gd name="T6" fmla="*/ 234 w 234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2">
                <a:moveTo>
                  <a:pt x="234" y="136"/>
                </a:moveTo>
                <a:lnTo>
                  <a:pt x="0" y="272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474582"/>
              </a:gs>
              <a:gs pos="0">
                <a:srgbClr val="47448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2" name="Freeform 62"/>
          <p:cNvSpPr>
            <a:spLocks/>
          </p:cNvSpPr>
          <p:nvPr userDrawn="1"/>
        </p:nvSpPr>
        <p:spPr bwMode="auto">
          <a:xfrm flipH="1">
            <a:off x="5159375" y="3639344"/>
            <a:ext cx="368300" cy="431800"/>
          </a:xfrm>
          <a:custGeom>
            <a:avLst/>
            <a:gdLst>
              <a:gd name="T0" fmla="*/ 0 w 232"/>
              <a:gd name="T1" fmla="*/ 136 h 272"/>
              <a:gd name="T2" fmla="*/ 232 w 232"/>
              <a:gd name="T3" fmla="*/ 272 h 272"/>
              <a:gd name="T4" fmla="*/ 232 w 232"/>
              <a:gd name="T5" fmla="*/ 0 h 272"/>
              <a:gd name="T6" fmla="*/ 0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0" y="136"/>
                </a:moveTo>
                <a:lnTo>
                  <a:pt x="232" y="272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85199"/>
              </a:gs>
              <a:gs pos="0">
                <a:srgbClr val="5F56A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3" name="Freeform 63"/>
          <p:cNvSpPr>
            <a:spLocks/>
          </p:cNvSpPr>
          <p:nvPr userDrawn="1"/>
        </p:nvSpPr>
        <p:spPr bwMode="auto">
          <a:xfrm flipH="1">
            <a:off x="5895975" y="5996782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3346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4" name="Freeform 64"/>
          <p:cNvSpPr>
            <a:spLocks/>
          </p:cNvSpPr>
          <p:nvPr userDrawn="1"/>
        </p:nvSpPr>
        <p:spPr bwMode="auto">
          <a:xfrm flipH="1">
            <a:off x="5159375" y="6425407"/>
            <a:ext cx="368300" cy="431800"/>
          </a:xfrm>
          <a:custGeom>
            <a:avLst/>
            <a:gdLst>
              <a:gd name="T0" fmla="*/ 232 w 232"/>
              <a:gd name="T1" fmla="*/ 136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6"/>
                </a:moveTo>
                <a:lnTo>
                  <a:pt x="0" y="272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52D67"/>
              </a:gs>
              <a:gs pos="0">
                <a:srgbClr val="253F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5" name="Freeform 65"/>
          <p:cNvSpPr>
            <a:spLocks/>
          </p:cNvSpPr>
          <p:nvPr userDrawn="1"/>
        </p:nvSpPr>
        <p:spPr bwMode="auto">
          <a:xfrm flipH="1">
            <a:off x="5159375" y="5780882"/>
            <a:ext cx="368300" cy="428625"/>
          </a:xfrm>
          <a:custGeom>
            <a:avLst/>
            <a:gdLst>
              <a:gd name="T0" fmla="*/ 0 w 232"/>
              <a:gd name="T1" fmla="*/ 136 h 270"/>
              <a:gd name="T2" fmla="*/ 232 w 232"/>
              <a:gd name="T3" fmla="*/ 270 h 270"/>
              <a:gd name="T4" fmla="*/ 232 w 232"/>
              <a:gd name="T5" fmla="*/ 0 h 270"/>
              <a:gd name="T6" fmla="*/ 0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6"/>
                </a:moveTo>
                <a:lnTo>
                  <a:pt x="232" y="270"/>
                </a:lnTo>
                <a:lnTo>
                  <a:pt x="232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50354C"/>
              </a:gs>
              <a:gs pos="0">
                <a:srgbClr val="61323F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6" name="Freeform 66"/>
          <p:cNvSpPr>
            <a:spLocks/>
          </p:cNvSpPr>
          <p:nvPr userDrawn="1"/>
        </p:nvSpPr>
        <p:spPr bwMode="auto">
          <a:xfrm flipH="1">
            <a:off x="5899150" y="2139157"/>
            <a:ext cx="736600" cy="431800"/>
          </a:xfrm>
          <a:custGeom>
            <a:avLst/>
            <a:gdLst>
              <a:gd name="T0" fmla="*/ 464 w 464"/>
              <a:gd name="T1" fmla="*/ 136 h 272"/>
              <a:gd name="T2" fmla="*/ 232 w 464"/>
              <a:gd name="T3" fmla="*/ 272 h 272"/>
              <a:gd name="T4" fmla="*/ 0 w 464"/>
              <a:gd name="T5" fmla="*/ 136 h 272"/>
              <a:gd name="T6" fmla="*/ 232 w 464"/>
              <a:gd name="T7" fmla="*/ 0 h 272"/>
              <a:gd name="T8" fmla="*/ 464 w 464"/>
              <a:gd name="T9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4" h="272">
                <a:moveTo>
                  <a:pt x="464" y="136"/>
                </a:moveTo>
                <a:lnTo>
                  <a:pt x="232" y="272"/>
                </a:lnTo>
                <a:lnTo>
                  <a:pt x="0" y="136"/>
                </a:lnTo>
                <a:lnTo>
                  <a:pt x="232" y="0"/>
                </a:lnTo>
                <a:lnTo>
                  <a:pt x="464" y="136"/>
                </a:lnTo>
                <a:close/>
              </a:path>
            </a:pathLst>
          </a:custGeom>
          <a:gradFill>
            <a:gsLst>
              <a:gs pos="100000">
                <a:srgbClr val="637AC0"/>
              </a:gs>
              <a:gs pos="0">
                <a:srgbClr val="6487C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7" name="Freeform 67"/>
          <p:cNvSpPr>
            <a:spLocks/>
          </p:cNvSpPr>
          <p:nvPr userDrawn="1"/>
        </p:nvSpPr>
        <p:spPr bwMode="auto">
          <a:xfrm flipH="1">
            <a:off x="8112125" y="5996782"/>
            <a:ext cx="742950" cy="857250"/>
          </a:xfrm>
          <a:custGeom>
            <a:avLst/>
            <a:gdLst>
              <a:gd name="T0" fmla="*/ 0 w 468"/>
              <a:gd name="T1" fmla="*/ 406 h 540"/>
              <a:gd name="T2" fmla="*/ 234 w 468"/>
              <a:gd name="T3" fmla="*/ 540 h 540"/>
              <a:gd name="T4" fmla="*/ 468 w 468"/>
              <a:gd name="T5" fmla="*/ 406 h 540"/>
              <a:gd name="T6" fmla="*/ 468 w 468"/>
              <a:gd name="T7" fmla="*/ 136 h 540"/>
              <a:gd name="T8" fmla="*/ 234 w 468"/>
              <a:gd name="T9" fmla="*/ 0 h 540"/>
              <a:gd name="T10" fmla="*/ 234 w 468"/>
              <a:gd name="T11" fmla="*/ 270 h 540"/>
              <a:gd name="T12" fmla="*/ 0 w 468"/>
              <a:gd name="T13" fmla="*/ 406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8" h="540">
                <a:moveTo>
                  <a:pt x="0" y="406"/>
                </a:moveTo>
                <a:lnTo>
                  <a:pt x="234" y="540"/>
                </a:lnTo>
                <a:lnTo>
                  <a:pt x="468" y="406"/>
                </a:lnTo>
                <a:lnTo>
                  <a:pt x="468" y="136"/>
                </a:lnTo>
                <a:lnTo>
                  <a:pt x="234" y="0"/>
                </a:lnTo>
                <a:lnTo>
                  <a:pt x="234" y="270"/>
                </a:lnTo>
                <a:lnTo>
                  <a:pt x="0" y="406"/>
                </a:lnTo>
                <a:close/>
              </a:path>
            </a:pathLst>
          </a:custGeom>
          <a:gradFill>
            <a:gsLst>
              <a:gs pos="100000">
                <a:srgbClr val="283069"/>
              </a:gs>
              <a:gs pos="0">
                <a:srgbClr val="224E6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8" name="Freeform 68"/>
          <p:cNvSpPr>
            <a:spLocks/>
          </p:cNvSpPr>
          <p:nvPr userDrawn="1"/>
        </p:nvSpPr>
        <p:spPr bwMode="auto">
          <a:xfrm flipH="1">
            <a:off x="7375525" y="213519"/>
            <a:ext cx="368300" cy="428625"/>
          </a:xfrm>
          <a:custGeom>
            <a:avLst/>
            <a:gdLst>
              <a:gd name="T0" fmla="*/ 0 w 232"/>
              <a:gd name="T1" fmla="*/ 134 h 270"/>
              <a:gd name="T2" fmla="*/ 232 w 232"/>
              <a:gd name="T3" fmla="*/ 0 h 270"/>
              <a:gd name="T4" fmla="*/ 232 w 232"/>
              <a:gd name="T5" fmla="*/ 270 h 270"/>
              <a:gd name="T6" fmla="*/ 0 w 232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0" y="134"/>
                </a:moveTo>
                <a:lnTo>
                  <a:pt x="232" y="0"/>
                </a:lnTo>
                <a:lnTo>
                  <a:pt x="232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AC619"/>
              </a:gs>
              <a:gs pos="0">
                <a:srgbClr val="ADCA0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299" name="Freeform 69"/>
          <p:cNvSpPr>
            <a:spLocks/>
          </p:cNvSpPr>
          <p:nvPr userDrawn="1"/>
        </p:nvSpPr>
        <p:spPr bwMode="auto">
          <a:xfrm flipH="1">
            <a:off x="6635750" y="642144"/>
            <a:ext cx="374650" cy="639763"/>
          </a:xfrm>
          <a:custGeom>
            <a:avLst/>
            <a:gdLst>
              <a:gd name="T0" fmla="*/ 234 w 236"/>
              <a:gd name="T1" fmla="*/ 0 h 403"/>
              <a:gd name="T2" fmla="*/ 236 w 236"/>
              <a:gd name="T3" fmla="*/ 269 h 403"/>
              <a:gd name="T4" fmla="*/ 2 w 236"/>
              <a:gd name="T5" fmla="*/ 403 h 403"/>
              <a:gd name="T6" fmla="*/ 0 w 236"/>
              <a:gd name="T7" fmla="*/ 134 h 403"/>
              <a:gd name="T8" fmla="*/ 234 w 236"/>
              <a:gd name="T9" fmla="*/ 0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3">
                <a:moveTo>
                  <a:pt x="234" y="0"/>
                </a:moveTo>
                <a:lnTo>
                  <a:pt x="236" y="269"/>
                </a:lnTo>
                <a:lnTo>
                  <a:pt x="2" y="403"/>
                </a:lnTo>
                <a:lnTo>
                  <a:pt x="0" y="134"/>
                </a:lnTo>
                <a:lnTo>
                  <a:pt x="234" y="0"/>
                </a:lnTo>
                <a:close/>
              </a:path>
            </a:pathLst>
          </a:custGeom>
          <a:gradFill>
            <a:gsLst>
              <a:gs pos="100000">
                <a:srgbClr val="FE9E3F"/>
              </a:gs>
              <a:gs pos="0">
                <a:srgbClr val="FDB049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4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32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 flipH="1"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solidFill>
                <a:srgbClr val="FFFFFF"/>
              </a:solidFill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8036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 algn="r" rtl="1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271637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21682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7172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ar-SA"/>
              <a:t>انقر لتحرير أنماط النص الرئيسية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8013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36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5400000" flipH="1">
            <a:off x="7287036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8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16200000" flipH="1">
            <a:off x="5078133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 flipH="1">
            <a:off x="11819934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 flipH="1">
            <a:off x="296660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ar-SA" kern="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987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28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auto">
          <a:xfrm>
            <a:off x="0" y="0"/>
            <a:ext cx="9965762" cy="6858001"/>
          </a:xfrm>
          <a:custGeom>
            <a:avLst/>
            <a:gdLst>
              <a:gd name="connsiteX0" fmla="*/ 7385001 w 9965762"/>
              <a:gd name="connsiteY0" fmla="*/ 5774783 h 6858001"/>
              <a:gd name="connsiteX1" fmla="*/ 7016701 w 9965762"/>
              <a:gd name="connsiteY1" fmla="*/ 5993858 h 6858001"/>
              <a:gd name="connsiteX2" fmla="*/ 7385001 w 9965762"/>
              <a:gd name="connsiteY2" fmla="*/ 6206583 h 6858001"/>
              <a:gd name="connsiteX3" fmla="*/ 7381057 w 9965762"/>
              <a:gd name="connsiteY3" fmla="*/ 4067175 h 6858001"/>
              <a:gd name="connsiteX4" fmla="*/ 7009582 w 9965762"/>
              <a:gd name="connsiteY4" fmla="*/ 4279900 h 6858001"/>
              <a:gd name="connsiteX5" fmla="*/ 7012757 w 9965762"/>
              <a:gd name="connsiteY5" fmla="*/ 4708525 h 6858001"/>
              <a:gd name="connsiteX6" fmla="*/ 7384232 w 9965762"/>
              <a:gd name="connsiteY6" fmla="*/ 4495800 h 6858001"/>
              <a:gd name="connsiteX7" fmla="*/ 7386331 w 9965762"/>
              <a:gd name="connsiteY7" fmla="*/ 2781300 h 6858001"/>
              <a:gd name="connsiteX8" fmla="*/ 7386331 w 9965762"/>
              <a:gd name="connsiteY8" fmla="*/ 3209925 h 6858001"/>
              <a:gd name="connsiteX9" fmla="*/ 7754631 w 9965762"/>
              <a:gd name="connsiteY9" fmla="*/ 2997200 h 6858001"/>
              <a:gd name="connsiteX10" fmla="*/ 7751456 w 9965762"/>
              <a:gd name="connsiteY10" fmla="*/ 2143125 h 6858001"/>
              <a:gd name="connsiteX11" fmla="*/ 7383156 w 9965762"/>
              <a:gd name="connsiteY11" fmla="*/ 2359025 h 6858001"/>
              <a:gd name="connsiteX12" fmla="*/ 7751456 w 9965762"/>
              <a:gd name="connsiteY12" fmla="*/ 2571750 h 6858001"/>
              <a:gd name="connsiteX13" fmla="*/ 0 w 9965762"/>
              <a:gd name="connsiteY13" fmla="*/ 0 h 6858001"/>
              <a:gd name="connsiteX14" fmla="*/ 929970 w 9965762"/>
              <a:gd name="connsiteY14" fmla="*/ 0 h 6858001"/>
              <a:gd name="connsiteX15" fmla="*/ 2120900 w 9965762"/>
              <a:gd name="connsiteY15" fmla="*/ 0 h 6858001"/>
              <a:gd name="connsiteX16" fmla="*/ 8497581 w 9965762"/>
              <a:gd name="connsiteY16" fmla="*/ 0 h 6858001"/>
              <a:gd name="connsiteX17" fmla="*/ 8494406 w 9965762"/>
              <a:gd name="connsiteY17" fmla="*/ 428625 h 6858001"/>
              <a:gd name="connsiteX18" fmla="*/ 8865881 w 9965762"/>
              <a:gd name="connsiteY18" fmla="*/ 641350 h 6858001"/>
              <a:gd name="connsiteX19" fmla="*/ 8869056 w 9965762"/>
              <a:gd name="connsiteY19" fmla="*/ 212725 h 6858001"/>
              <a:gd name="connsiteX20" fmla="*/ 8497581 w 9965762"/>
              <a:gd name="connsiteY20" fmla="*/ 0 h 6858001"/>
              <a:gd name="connsiteX21" fmla="*/ 9965762 w 9965762"/>
              <a:gd name="connsiteY21" fmla="*/ 0 h 6858001"/>
              <a:gd name="connsiteX22" fmla="*/ 9239920 w 9965762"/>
              <a:gd name="connsiteY22" fmla="*/ 428860 h 6858001"/>
              <a:gd name="connsiteX23" fmla="*/ 9228507 w 9965762"/>
              <a:gd name="connsiteY23" fmla="*/ 1285122 h 6858001"/>
              <a:gd name="connsiteX24" fmla="*/ 8498502 w 9965762"/>
              <a:gd name="connsiteY24" fmla="*/ 1717306 h 6858001"/>
              <a:gd name="connsiteX25" fmla="*/ 8498030 w 9965762"/>
              <a:gd name="connsiteY25" fmla="*/ 2137585 h 6858001"/>
              <a:gd name="connsiteX26" fmla="*/ 8127804 w 9965762"/>
              <a:gd name="connsiteY26" fmla="*/ 2351048 h 6858001"/>
              <a:gd name="connsiteX27" fmla="*/ 8131128 w 9965762"/>
              <a:gd name="connsiteY27" fmla="*/ 3212071 h 6858001"/>
              <a:gd name="connsiteX28" fmla="*/ 8489447 w 9965762"/>
              <a:gd name="connsiteY28" fmla="*/ 3422681 h 6858001"/>
              <a:gd name="connsiteX29" fmla="*/ 8498502 w 9965762"/>
              <a:gd name="connsiteY29" fmla="*/ 3856304 h 6858001"/>
              <a:gd name="connsiteX30" fmla="*/ 8131129 w 9965762"/>
              <a:gd name="connsiteY30" fmla="*/ 4066445 h 6858001"/>
              <a:gd name="connsiteX31" fmla="*/ 8128748 w 9965762"/>
              <a:gd name="connsiteY31" fmla="*/ 4499572 h 6858001"/>
              <a:gd name="connsiteX32" fmla="*/ 9236593 w 9965762"/>
              <a:gd name="connsiteY32" fmla="*/ 5138078 h 6858001"/>
              <a:gd name="connsiteX33" fmla="*/ 9228507 w 9965762"/>
              <a:gd name="connsiteY33" fmla="*/ 5558356 h 6858001"/>
              <a:gd name="connsiteX34" fmla="*/ 8860639 w 9965762"/>
              <a:gd name="connsiteY34" fmla="*/ 5789456 h 6858001"/>
              <a:gd name="connsiteX35" fmla="*/ 8857787 w 9965762"/>
              <a:gd name="connsiteY35" fmla="*/ 6201624 h 6858001"/>
              <a:gd name="connsiteX36" fmla="*/ 8477541 w 9965762"/>
              <a:gd name="connsiteY36" fmla="*/ 6446067 h 6858001"/>
              <a:gd name="connsiteX37" fmla="*/ 8506551 w 9965762"/>
              <a:gd name="connsiteY37" fmla="*/ 6858001 h 6858001"/>
              <a:gd name="connsiteX38" fmla="*/ 2120900 w 9965762"/>
              <a:gd name="connsiteY38" fmla="*/ 6858001 h 6858001"/>
              <a:gd name="connsiteX39" fmla="*/ 929970 w 9965762"/>
              <a:gd name="connsiteY39" fmla="*/ 6858001 h 6858001"/>
              <a:gd name="connsiteX40" fmla="*/ 0 w 9965762"/>
              <a:gd name="connsiteY4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965762" h="6858001">
                <a:moveTo>
                  <a:pt x="7385001" y="5774783"/>
                </a:moveTo>
                <a:lnTo>
                  <a:pt x="7016701" y="5993858"/>
                </a:lnTo>
                <a:lnTo>
                  <a:pt x="7385001" y="6206583"/>
                </a:lnTo>
                <a:close/>
                <a:moveTo>
                  <a:pt x="7381057" y="4067175"/>
                </a:moveTo>
                <a:lnTo>
                  <a:pt x="7009582" y="4279900"/>
                </a:lnTo>
                <a:lnTo>
                  <a:pt x="7012757" y="4708525"/>
                </a:lnTo>
                <a:lnTo>
                  <a:pt x="7384232" y="4495800"/>
                </a:lnTo>
                <a:close/>
                <a:moveTo>
                  <a:pt x="7386331" y="2781300"/>
                </a:moveTo>
                <a:lnTo>
                  <a:pt x="7386331" y="3209925"/>
                </a:lnTo>
                <a:lnTo>
                  <a:pt x="7754631" y="2997200"/>
                </a:lnTo>
                <a:close/>
                <a:moveTo>
                  <a:pt x="7751456" y="2143125"/>
                </a:moveTo>
                <a:lnTo>
                  <a:pt x="7383156" y="2359025"/>
                </a:lnTo>
                <a:lnTo>
                  <a:pt x="7751456" y="2571750"/>
                </a:lnTo>
                <a:close/>
                <a:moveTo>
                  <a:pt x="0" y="0"/>
                </a:moveTo>
                <a:lnTo>
                  <a:pt x="929970" y="0"/>
                </a:lnTo>
                <a:lnTo>
                  <a:pt x="2120900" y="0"/>
                </a:lnTo>
                <a:lnTo>
                  <a:pt x="8497581" y="0"/>
                </a:lnTo>
                <a:lnTo>
                  <a:pt x="8494406" y="428625"/>
                </a:lnTo>
                <a:lnTo>
                  <a:pt x="8865881" y="641350"/>
                </a:lnTo>
                <a:lnTo>
                  <a:pt x="8869056" y="212725"/>
                </a:lnTo>
                <a:lnTo>
                  <a:pt x="8497581" y="0"/>
                </a:lnTo>
                <a:lnTo>
                  <a:pt x="9965762" y="0"/>
                </a:lnTo>
                <a:lnTo>
                  <a:pt x="9239920" y="428860"/>
                </a:lnTo>
                <a:cubicBezTo>
                  <a:pt x="9239291" y="426943"/>
                  <a:pt x="9226754" y="1296564"/>
                  <a:pt x="9228507" y="1285122"/>
                </a:cubicBezTo>
                <a:lnTo>
                  <a:pt x="8498502" y="1717306"/>
                </a:lnTo>
                <a:cubicBezTo>
                  <a:pt x="8497551" y="1866130"/>
                  <a:pt x="8498981" y="1988761"/>
                  <a:pt x="8498030" y="2137585"/>
                </a:cubicBezTo>
                <a:lnTo>
                  <a:pt x="8127804" y="2351048"/>
                </a:lnTo>
                <a:lnTo>
                  <a:pt x="8131128" y="3212071"/>
                </a:lnTo>
                <a:lnTo>
                  <a:pt x="8489447" y="3422681"/>
                </a:lnTo>
                <a:cubicBezTo>
                  <a:pt x="8488496" y="3570397"/>
                  <a:pt x="8499453" y="3708588"/>
                  <a:pt x="8498502" y="3856304"/>
                </a:cubicBezTo>
                <a:lnTo>
                  <a:pt x="8131129" y="4066445"/>
                </a:lnTo>
                <a:cubicBezTo>
                  <a:pt x="8131923" y="4210821"/>
                  <a:pt x="8127954" y="4355196"/>
                  <a:pt x="8128748" y="4499572"/>
                </a:cubicBezTo>
                <a:lnTo>
                  <a:pt x="9236593" y="5138078"/>
                </a:lnTo>
                <a:cubicBezTo>
                  <a:pt x="9234691" y="5278965"/>
                  <a:pt x="9230409" y="5417469"/>
                  <a:pt x="9228507" y="5558356"/>
                </a:cubicBezTo>
                <a:lnTo>
                  <a:pt x="8860639" y="5789456"/>
                </a:lnTo>
                <a:cubicBezTo>
                  <a:pt x="8859688" y="5926845"/>
                  <a:pt x="8858738" y="6064235"/>
                  <a:pt x="8857787" y="6201624"/>
                </a:cubicBezTo>
                <a:lnTo>
                  <a:pt x="8477541" y="6446067"/>
                </a:lnTo>
                <a:lnTo>
                  <a:pt x="8506551" y="6858001"/>
                </a:lnTo>
                <a:lnTo>
                  <a:pt x="2120900" y="6858001"/>
                </a:lnTo>
                <a:lnTo>
                  <a:pt x="929970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>
                    <a:lumMod val="50000"/>
                  </a:srgbClr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  <a:sym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6858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 algn="r" rtl="1"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يذهب عنوان الشريحة هنا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96858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4277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العنوان الفرعي المقسم يذهب هنا</a:t>
            </a:r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2"/>
          </p:nvPr>
        </p:nvSpPr>
        <p:spPr>
          <a:xfrm>
            <a:off x="700615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Freeform 30"/>
          <p:cNvSpPr>
            <a:spLocks/>
          </p:cNvSpPr>
          <p:nvPr userDrawn="1"/>
        </p:nvSpPr>
        <p:spPr bwMode="auto">
          <a:xfrm flipH="1">
            <a:off x="8859274" y="3425825"/>
            <a:ext cx="371475" cy="857250"/>
          </a:xfrm>
          <a:custGeom>
            <a:avLst/>
            <a:gdLst>
              <a:gd name="T0" fmla="*/ 0 w 234"/>
              <a:gd name="T1" fmla="*/ 0 h 540"/>
              <a:gd name="T2" fmla="*/ 0 w 234"/>
              <a:gd name="T3" fmla="*/ 540 h 540"/>
              <a:gd name="T4" fmla="*/ 234 w 234"/>
              <a:gd name="T5" fmla="*/ 406 h 540"/>
              <a:gd name="T6" fmla="*/ 234 w 234"/>
              <a:gd name="T7" fmla="*/ 134 h 540"/>
              <a:gd name="T8" fmla="*/ 0 w 23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540">
                <a:moveTo>
                  <a:pt x="0" y="0"/>
                </a:moveTo>
                <a:lnTo>
                  <a:pt x="0" y="540"/>
                </a:lnTo>
                <a:lnTo>
                  <a:pt x="234" y="406"/>
                </a:lnTo>
                <a:lnTo>
                  <a:pt x="234" y="13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149E7C"/>
              </a:gs>
              <a:gs pos="0">
                <a:srgbClr val="1EAE7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4" name="Freeform 31"/>
          <p:cNvSpPr>
            <a:spLocks/>
          </p:cNvSpPr>
          <p:nvPr userDrawn="1"/>
        </p:nvSpPr>
        <p:spPr bwMode="auto">
          <a:xfrm flipH="1">
            <a:off x="7382899" y="3425825"/>
            <a:ext cx="742950" cy="644525"/>
          </a:xfrm>
          <a:custGeom>
            <a:avLst/>
            <a:gdLst>
              <a:gd name="T0" fmla="*/ 2 w 468"/>
              <a:gd name="T1" fmla="*/ 406 h 406"/>
              <a:gd name="T2" fmla="*/ 468 w 468"/>
              <a:gd name="T3" fmla="*/ 134 h 406"/>
              <a:gd name="T4" fmla="*/ 234 w 468"/>
              <a:gd name="T5" fmla="*/ 0 h 406"/>
              <a:gd name="T6" fmla="*/ 0 w 468"/>
              <a:gd name="T7" fmla="*/ 136 h 406"/>
              <a:gd name="T8" fmla="*/ 2 w 468"/>
              <a:gd name="T9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406">
                <a:moveTo>
                  <a:pt x="2" y="406"/>
                </a:moveTo>
                <a:lnTo>
                  <a:pt x="468" y="134"/>
                </a:lnTo>
                <a:lnTo>
                  <a:pt x="234" y="0"/>
                </a:lnTo>
                <a:lnTo>
                  <a:pt x="0" y="136"/>
                </a:lnTo>
                <a:lnTo>
                  <a:pt x="2" y="406"/>
                </a:lnTo>
                <a:close/>
              </a:path>
            </a:pathLst>
          </a:custGeom>
          <a:gradFill>
            <a:gsLst>
              <a:gs pos="100000">
                <a:srgbClr val="EE6134"/>
              </a:gs>
              <a:gs pos="0">
                <a:srgbClr val="FF6E3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5" name="Freeform 32"/>
          <p:cNvSpPr>
            <a:spLocks/>
          </p:cNvSpPr>
          <p:nvPr userDrawn="1"/>
        </p:nvSpPr>
        <p:spPr bwMode="auto">
          <a:xfrm flipH="1">
            <a:off x="9968937" y="406717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4E498C"/>
              </a:gs>
              <a:gs pos="0">
                <a:srgbClr val="544D9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6" name="Freeform 33"/>
          <p:cNvSpPr>
            <a:spLocks/>
          </p:cNvSpPr>
          <p:nvPr userDrawn="1"/>
        </p:nvSpPr>
        <p:spPr bwMode="auto">
          <a:xfrm flipH="1">
            <a:off x="9230750" y="4708525"/>
            <a:ext cx="366712" cy="431800"/>
          </a:xfrm>
          <a:custGeom>
            <a:avLst/>
            <a:gdLst>
              <a:gd name="T0" fmla="*/ 0 w 231"/>
              <a:gd name="T1" fmla="*/ 136 h 272"/>
              <a:gd name="T2" fmla="*/ 231 w 231"/>
              <a:gd name="T3" fmla="*/ 0 h 272"/>
              <a:gd name="T4" fmla="*/ 231 w 231"/>
              <a:gd name="T5" fmla="*/ 272 h 272"/>
              <a:gd name="T6" fmla="*/ 0 w 231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1" h="272">
                <a:moveTo>
                  <a:pt x="0" y="136"/>
                </a:moveTo>
                <a:lnTo>
                  <a:pt x="231" y="0"/>
                </a:lnTo>
                <a:lnTo>
                  <a:pt x="231" y="272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A64D40"/>
              </a:gs>
              <a:gs pos="0">
                <a:srgbClr val="BB533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7" name="Freeform 34"/>
          <p:cNvSpPr>
            <a:spLocks/>
          </p:cNvSpPr>
          <p:nvPr userDrawn="1"/>
        </p:nvSpPr>
        <p:spPr bwMode="auto">
          <a:xfrm flipH="1">
            <a:off x="7751199" y="1282700"/>
            <a:ext cx="371475" cy="428625"/>
          </a:xfrm>
          <a:custGeom>
            <a:avLst/>
            <a:gdLst>
              <a:gd name="T0" fmla="*/ 0 w 234"/>
              <a:gd name="T1" fmla="*/ 134 h 270"/>
              <a:gd name="T2" fmla="*/ 234 w 234"/>
              <a:gd name="T3" fmla="*/ 0 h 270"/>
              <a:gd name="T4" fmla="*/ 234 w 234"/>
              <a:gd name="T5" fmla="*/ 270 h 270"/>
              <a:gd name="T6" fmla="*/ 0 w 234"/>
              <a:gd name="T7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4"/>
                </a:moveTo>
                <a:lnTo>
                  <a:pt x="234" y="0"/>
                </a:lnTo>
                <a:lnTo>
                  <a:pt x="234" y="270"/>
                </a:lnTo>
                <a:lnTo>
                  <a:pt x="0" y="134"/>
                </a:lnTo>
                <a:close/>
              </a:path>
            </a:pathLst>
          </a:custGeom>
          <a:gradFill>
            <a:gsLst>
              <a:gs pos="100000">
                <a:srgbClr val="96CC65"/>
              </a:gs>
              <a:gs pos="0">
                <a:srgbClr val="87C227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8" name="Freeform 35"/>
          <p:cNvSpPr>
            <a:spLocks/>
          </p:cNvSpPr>
          <p:nvPr userDrawn="1"/>
        </p:nvSpPr>
        <p:spPr bwMode="auto">
          <a:xfrm flipH="1">
            <a:off x="8494149" y="1924050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FF9441"/>
              </a:gs>
              <a:gs pos="0">
                <a:srgbClr val="FE954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39" name="Freeform 36"/>
          <p:cNvSpPr>
            <a:spLocks/>
          </p:cNvSpPr>
          <p:nvPr userDrawn="1"/>
        </p:nvSpPr>
        <p:spPr bwMode="auto">
          <a:xfrm flipH="1">
            <a:off x="9597462" y="51371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1E6B74"/>
              </a:gs>
              <a:gs pos="0">
                <a:srgbClr val="1B737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0" name="Freeform 37"/>
          <p:cNvSpPr>
            <a:spLocks/>
          </p:cNvSpPr>
          <p:nvPr userDrawn="1"/>
        </p:nvSpPr>
        <p:spPr bwMode="auto">
          <a:xfrm flipH="1">
            <a:off x="7386074" y="4708525"/>
            <a:ext cx="368300" cy="431800"/>
          </a:xfrm>
          <a:custGeom>
            <a:avLst/>
            <a:gdLst>
              <a:gd name="T0" fmla="*/ 232 w 232"/>
              <a:gd name="T1" fmla="*/ 138 h 272"/>
              <a:gd name="T2" fmla="*/ 0 w 232"/>
              <a:gd name="T3" fmla="*/ 272 h 272"/>
              <a:gd name="T4" fmla="*/ 0 w 232"/>
              <a:gd name="T5" fmla="*/ 0 h 272"/>
              <a:gd name="T6" fmla="*/ 232 w 232"/>
              <a:gd name="T7" fmla="*/ 138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2">
                <a:moveTo>
                  <a:pt x="232" y="138"/>
                </a:moveTo>
                <a:lnTo>
                  <a:pt x="0" y="272"/>
                </a:lnTo>
                <a:lnTo>
                  <a:pt x="0" y="0"/>
                </a:lnTo>
                <a:lnTo>
                  <a:pt x="232" y="138"/>
                </a:lnTo>
                <a:close/>
              </a:path>
            </a:pathLst>
          </a:custGeom>
          <a:gradFill>
            <a:gsLst>
              <a:gs pos="100000">
                <a:srgbClr val="484484"/>
              </a:gs>
              <a:gs pos="0">
                <a:srgbClr val="4F498C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1" name="Freeform 38"/>
          <p:cNvSpPr>
            <a:spLocks/>
          </p:cNvSpPr>
          <p:nvPr userDrawn="1"/>
        </p:nvSpPr>
        <p:spPr bwMode="auto">
          <a:xfrm flipH="1">
            <a:off x="9597462" y="6419850"/>
            <a:ext cx="371475" cy="428625"/>
          </a:xfrm>
          <a:custGeom>
            <a:avLst/>
            <a:gdLst>
              <a:gd name="T0" fmla="*/ 234 w 234"/>
              <a:gd name="T1" fmla="*/ 136 h 270"/>
              <a:gd name="T2" fmla="*/ 0 w 234"/>
              <a:gd name="T3" fmla="*/ 270 h 270"/>
              <a:gd name="T4" fmla="*/ 0 w 234"/>
              <a:gd name="T5" fmla="*/ 0 h 270"/>
              <a:gd name="T6" fmla="*/ 234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234" y="136"/>
                </a:moveTo>
                <a:lnTo>
                  <a:pt x="0" y="270"/>
                </a:lnTo>
                <a:lnTo>
                  <a:pt x="0" y="0"/>
                </a:lnTo>
                <a:lnTo>
                  <a:pt x="234" y="136"/>
                </a:lnTo>
                <a:close/>
              </a:path>
            </a:pathLst>
          </a:custGeom>
          <a:gradFill>
            <a:gsLst>
              <a:gs pos="100000">
                <a:srgbClr val="353055"/>
              </a:gs>
              <a:gs pos="0">
                <a:srgbClr val="4832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2" name="Freeform 39"/>
          <p:cNvSpPr>
            <a:spLocks/>
          </p:cNvSpPr>
          <p:nvPr userDrawn="1"/>
        </p:nvSpPr>
        <p:spPr bwMode="auto">
          <a:xfrm flipH="1">
            <a:off x="7754374" y="6207125"/>
            <a:ext cx="368300" cy="428625"/>
          </a:xfrm>
          <a:custGeom>
            <a:avLst/>
            <a:gdLst>
              <a:gd name="T0" fmla="*/ 232 w 232"/>
              <a:gd name="T1" fmla="*/ 136 h 270"/>
              <a:gd name="T2" fmla="*/ 0 w 232"/>
              <a:gd name="T3" fmla="*/ 270 h 270"/>
              <a:gd name="T4" fmla="*/ 0 w 232"/>
              <a:gd name="T5" fmla="*/ 0 h 270"/>
              <a:gd name="T6" fmla="*/ 232 w 232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2" h="270">
                <a:moveTo>
                  <a:pt x="232" y="136"/>
                </a:moveTo>
                <a:lnTo>
                  <a:pt x="0" y="270"/>
                </a:lnTo>
                <a:lnTo>
                  <a:pt x="0" y="0"/>
                </a:lnTo>
                <a:lnTo>
                  <a:pt x="232" y="136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0326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3" name="Freeform 40"/>
          <p:cNvSpPr>
            <a:spLocks/>
          </p:cNvSpPr>
          <p:nvPr userDrawn="1"/>
        </p:nvSpPr>
        <p:spPr bwMode="auto">
          <a:xfrm flipH="1">
            <a:off x="7751199" y="5565775"/>
            <a:ext cx="371475" cy="428625"/>
          </a:xfrm>
          <a:custGeom>
            <a:avLst/>
            <a:gdLst>
              <a:gd name="T0" fmla="*/ 0 w 234"/>
              <a:gd name="T1" fmla="*/ 136 h 270"/>
              <a:gd name="T2" fmla="*/ 234 w 234"/>
              <a:gd name="T3" fmla="*/ 270 h 270"/>
              <a:gd name="T4" fmla="*/ 234 w 234"/>
              <a:gd name="T5" fmla="*/ 0 h 270"/>
              <a:gd name="T6" fmla="*/ 0 w 234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" h="270">
                <a:moveTo>
                  <a:pt x="0" y="136"/>
                </a:moveTo>
                <a:lnTo>
                  <a:pt x="234" y="270"/>
                </a:lnTo>
                <a:lnTo>
                  <a:pt x="234" y="0"/>
                </a:lnTo>
                <a:lnTo>
                  <a:pt x="0" y="136"/>
                </a:lnTo>
                <a:close/>
              </a:path>
            </a:pathLst>
          </a:custGeom>
          <a:gradFill>
            <a:gsLst>
              <a:gs pos="100000">
                <a:srgbClr val="7C535D"/>
              </a:gs>
              <a:gs pos="0">
                <a:srgbClr val="82434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4" name="Freeform 41"/>
          <p:cNvSpPr>
            <a:spLocks/>
          </p:cNvSpPr>
          <p:nvPr userDrawn="1"/>
        </p:nvSpPr>
        <p:spPr bwMode="auto">
          <a:xfrm flipH="1">
            <a:off x="8862449" y="5994400"/>
            <a:ext cx="374650" cy="641350"/>
          </a:xfrm>
          <a:custGeom>
            <a:avLst/>
            <a:gdLst>
              <a:gd name="T0" fmla="*/ 2 w 236"/>
              <a:gd name="T1" fmla="*/ 0 h 404"/>
              <a:gd name="T2" fmla="*/ 0 w 236"/>
              <a:gd name="T3" fmla="*/ 270 h 404"/>
              <a:gd name="T4" fmla="*/ 234 w 236"/>
              <a:gd name="T5" fmla="*/ 404 h 404"/>
              <a:gd name="T6" fmla="*/ 236 w 236"/>
              <a:gd name="T7" fmla="*/ 134 h 404"/>
              <a:gd name="T8" fmla="*/ 2 w 236"/>
              <a:gd name="T9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404">
                <a:moveTo>
                  <a:pt x="2" y="0"/>
                </a:moveTo>
                <a:lnTo>
                  <a:pt x="0" y="270"/>
                </a:lnTo>
                <a:lnTo>
                  <a:pt x="234" y="404"/>
                </a:lnTo>
                <a:lnTo>
                  <a:pt x="236" y="134"/>
                </a:lnTo>
                <a:lnTo>
                  <a:pt x="2" y="0"/>
                </a:lnTo>
                <a:close/>
              </a:path>
            </a:pathLst>
          </a:custGeom>
          <a:gradFill>
            <a:gsLst>
              <a:gs pos="100000">
                <a:srgbClr val="2C2F5E"/>
              </a:gs>
              <a:gs pos="0">
                <a:srgbClr val="36366B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5" name="Freeform 42"/>
          <p:cNvSpPr>
            <a:spLocks/>
          </p:cNvSpPr>
          <p:nvPr userDrawn="1"/>
        </p:nvSpPr>
        <p:spPr bwMode="auto">
          <a:xfrm flipH="1">
            <a:off x="8119499" y="854075"/>
            <a:ext cx="739775" cy="428625"/>
          </a:xfrm>
          <a:custGeom>
            <a:avLst/>
            <a:gdLst>
              <a:gd name="T0" fmla="*/ 466 w 466"/>
              <a:gd name="T1" fmla="*/ 136 h 270"/>
              <a:gd name="T2" fmla="*/ 232 w 466"/>
              <a:gd name="T3" fmla="*/ 270 h 270"/>
              <a:gd name="T4" fmla="*/ 0 w 466"/>
              <a:gd name="T5" fmla="*/ 136 h 270"/>
              <a:gd name="T6" fmla="*/ 232 w 466"/>
              <a:gd name="T7" fmla="*/ 0 h 270"/>
              <a:gd name="T8" fmla="*/ 466 w 466"/>
              <a:gd name="T9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6"/>
                </a:moveTo>
                <a:lnTo>
                  <a:pt x="232" y="270"/>
                </a:lnTo>
                <a:lnTo>
                  <a:pt x="0" y="136"/>
                </a:lnTo>
                <a:lnTo>
                  <a:pt x="232" y="0"/>
                </a:lnTo>
                <a:lnTo>
                  <a:pt x="466" y="136"/>
                </a:lnTo>
                <a:close/>
              </a:path>
            </a:pathLst>
          </a:custGeom>
          <a:gradFill>
            <a:gsLst>
              <a:gs pos="100000">
                <a:srgbClr val="60AEEA"/>
              </a:gs>
              <a:gs pos="0">
                <a:srgbClr val="65BDF4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6" name="Freeform 43"/>
          <p:cNvSpPr>
            <a:spLocks/>
          </p:cNvSpPr>
          <p:nvPr userDrawn="1"/>
        </p:nvSpPr>
        <p:spPr bwMode="auto">
          <a:xfrm flipH="1">
            <a:off x="8119499" y="5137150"/>
            <a:ext cx="739775" cy="428625"/>
          </a:xfrm>
          <a:custGeom>
            <a:avLst/>
            <a:gdLst>
              <a:gd name="T0" fmla="*/ 466 w 466"/>
              <a:gd name="T1" fmla="*/ 134 h 270"/>
              <a:gd name="T2" fmla="*/ 232 w 466"/>
              <a:gd name="T3" fmla="*/ 270 h 270"/>
              <a:gd name="T4" fmla="*/ 0 w 466"/>
              <a:gd name="T5" fmla="*/ 134 h 270"/>
              <a:gd name="T6" fmla="*/ 232 w 466"/>
              <a:gd name="T7" fmla="*/ 0 h 270"/>
              <a:gd name="T8" fmla="*/ 466 w 466"/>
              <a:gd name="T9" fmla="*/ 134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6" h="270">
                <a:moveTo>
                  <a:pt x="466" y="134"/>
                </a:moveTo>
                <a:lnTo>
                  <a:pt x="232" y="270"/>
                </a:lnTo>
                <a:lnTo>
                  <a:pt x="0" y="134"/>
                </a:lnTo>
                <a:lnTo>
                  <a:pt x="232" y="0"/>
                </a:lnTo>
                <a:lnTo>
                  <a:pt x="466" y="134"/>
                </a:lnTo>
                <a:close/>
              </a:path>
            </a:pathLst>
          </a:custGeom>
          <a:gradFill>
            <a:gsLst>
              <a:gs pos="100000">
                <a:srgbClr val="1D6871"/>
              </a:gs>
              <a:gs pos="0">
                <a:srgbClr val="1B7473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  <p:sp>
        <p:nvSpPr>
          <p:cNvPr id="47" name="Freeform 44"/>
          <p:cNvSpPr>
            <a:spLocks/>
          </p:cNvSpPr>
          <p:nvPr userDrawn="1"/>
        </p:nvSpPr>
        <p:spPr bwMode="auto">
          <a:xfrm flipH="1">
            <a:off x="9600637" y="425450"/>
            <a:ext cx="365125" cy="1069975"/>
          </a:xfrm>
          <a:custGeom>
            <a:avLst/>
            <a:gdLst>
              <a:gd name="T0" fmla="*/ 230 w 230"/>
              <a:gd name="T1" fmla="*/ 674 h 674"/>
              <a:gd name="T2" fmla="*/ 0 w 230"/>
              <a:gd name="T3" fmla="*/ 540 h 674"/>
              <a:gd name="T4" fmla="*/ 0 w 230"/>
              <a:gd name="T5" fmla="*/ 0 h 674"/>
              <a:gd name="T6" fmla="*/ 230 w 230"/>
              <a:gd name="T7" fmla="*/ 136 h 674"/>
              <a:gd name="T8" fmla="*/ 230 w 230"/>
              <a:gd name="T9" fmla="*/ 674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674">
                <a:moveTo>
                  <a:pt x="230" y="674"/>
                </a:moveTo>
                <a:lnTo>
                  <a:pt x="0" y="540"/>
                </a:lnTo>
                <a:lnTo>
                  <a:pt x="0" y="0"/>
                </a:lnTo>
                <a:lnTo>
                  <a:pt x="230" y="136"/>
                </a:lnTo>
                <a:lnTo>
                  <a:pt x="230" y="674"/>
                </a:lnTo>
                <a:close/>
              </a:path>
            </a:pathLst>
          </a:custGeom>
          <a:gradFill>
            <a:gsLst>
              <a:gs pos="100000">
                <a:srgbClr val="FFAC49"/>
              </a:gs>
              <a:gs pos="0">
                <a:srgbClr val="FDBD4D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29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42431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6FADBC-357B-F39F-882F-EF06AB960B1C}"/>
              </a:ext>
            </a:extLst>
          </p:cNvPr>
          <p:cNvSpPr txBox="1"/>
          <p:nvPr userDrawn="1"/>
        </p:nvSpPr>
        <p:spPr>
          <a:xfrm>
            <a:off x="1701" y="6727902"/>
            <a:ext cx="725145" cy="130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fld id="{6E1F3A52-4C8B-4D2E-9A7B-1C5D0E2F3A40}" type="datetime1">
              <a:rPr lang="en-GB" sz="1100">
                <a:solidFill>
                  <a:schemeClr val="tx1"/>
                </a:solidFill>
                <a:latin typeface="Markazi Text" pitchFamily="2" charset="-78"/>
                <a:cs typeface="Markazi Text" pitchFamily="2" charset="-78"/>
              </a:rPr>
              <a:t>25/10/2026</a:t>
            </a:fld>
            <a:endParaRPr lang="en-US" sz="1100" err="1">
              <a:solidFill>
                <a:schemeClr val="tx1"/>
              </a:solidFill>
              <a:latin typeface="Markazi Text" pitchFamily="2" charset="-78"/>
              <a:cs typeface="Markazi Tex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7553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vert="horz" lIns="0" tIns="0" rIns="0" bIns="0" rtlCol="0">
            <a:noAutofit/>
          </a:bodyPr>
          <a:lstStyle>
            <a:lvl1pPr algn="r" rtl="0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460825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114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109311" y="1544274"/>
            <a:ext cx="3350851" cy="1495794"/>
          </a:xfrm>
          <a:noFill/>
        </p:spPr>
        <p:txBody>
          <a:bodyPr wrap="square" lIns="0" tIns="0" rIns="0" bIns="0" anchor="b">
            <a:noAutofit/>
          </a:bodyPr>
          <a:lstStyle>
            <a:lvl1pPr algn="r"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1462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KW" sz="5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274320" tIns="274320" rIns="274320" bIns="137160" rtlCol="0" anchor="b" anchorCtr="0">
            <a:noAutofit/>
          </a:bodyPr>
          <a:lstStyle>
            <a:lvl1pPr>
              <a:defRPr lang="ar-KW" sz="5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 algn="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SA"/>
              <a:t>نص عريض</a:t>
            </a:r>
            <a:endParaRPr lang="ar-KW"/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9957561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5335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بيان النص العظيم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4318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710055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 flipH="1">
            <a:off x="8112492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3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671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9443" y="0"/>
            <a:ext cx="416951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white">
          <a:xfrm flipH="1">
            <a:off x="5020044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5268686" y="512763"/>
            <a:ext cx="5887464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636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811123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8432857" y="2681103"/>
            <a:ext cx="3027305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334A2-FD01-EEAB-A36B-393448E5FAA5}"/>
              </a:ext>
            </a:extLst>
          </p:cNvPr>
          <p:cNvSpPr txBox="1"/>
          <p:nvPr userDrawn="1"/>
        </p:nvSpPr>
        <p:spPr>
          <a:xfrm>
            <a:off x="1701" y="6727902"/>
            <a:ext cx="725145" cy="130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fld id="{6E1F3A52-4C8B-4D2E-9A7B-1C5D0E2F3A41}" type="datetime1">
              <a:rPr lang="en-GB" sz="1100">
                <a:solidFill>
                  <a:schemeClr val="tx1"/>
                </a:solidFill>
                <a:latin typeface="Markazi Text" pitchFamily="2" charset="-78"/>
                <a:cs typeface="Markazi Text" pitchFamily="2" charset="-78"/>
              </a:rPr>
              <a:t>25/10/2026</a:t>
            </a:fld>
            <a:endParaRPr lang="en-US" sz="1100" err="1">
              <a:solidFill>
                <a:schemeClr val="tx1"/>
              </a:solidFill>
              <a:latin typeface="Markazi Text" pitchFamily="2" charset="-78"/>
              <a:cs typeface="Markazi Tex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0762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6099977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988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696969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13708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algn="r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0720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rot="10800000" flipH="1">
            <a:off x="4372457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0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313187" y="1804650"/>
            <a:ext cx="6146973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2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213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 flipH="1">
            <a:off x="8103688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9082102" y="2764203"/>
            <a:ext cx="237805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2601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 flipH="1" flipV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14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21480000" flipH="1">
            <a:off x="7356026" y="3402828"/>
            <a:ext cx="2694666" cy="346174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59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002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5283" y="3395662"/>
            <a:ext cx="12985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03041" y="1785600"/>
            <a:ext cx="395712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 rtl="0">
              <a:defRPr lang="en-US" sz="4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6868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14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 flipH="1">
            <a:off x="5946312" y="3416300"/>
            <a:ext cx="2694666" cy="34417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498505" y="1785600"/>
            <a:ext cx="396165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 rtl="0"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0" name="Right Triangle 9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626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4158" y="3589606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entagon 8"/>
          <p:cNvSpPr/>
          <p:nvPr userDrawn="1"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851841" y="512763"/>
            <a:ext cx="4304309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lang="en-US" sz="3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3580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5068479" y="3407804"/>
            <a:ext cx="2694666" cy="3456551"/>
          </a:xfrm>
          <a:prstGeom prst="rect">
            <a:avLst/>
          </a:prstGeom>
        </p:spPr>
      </p:pic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884749" y="512763"/>
            <a:ext cx="4575412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241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18391" y="3589606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5268687" y="512763"/>
            <a:ext cx="5887463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lang="en-US" sz="3400" kern="1200" dirty="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228597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4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42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2972756" y="3407804"/>
            <a:ext cx="2694666" cy="3456551"/>
          </a:xfrm>
          <a:prstGeom prst="rect">
            <a:avLst/>
          </a:prstGeom>
        </p:spPr>
      </p:pic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5303940" y="512763"/>
            <a:ext cx="6156220" cy="90963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r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4" name="Right Triangle 13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475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baseline="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</a:t>
            </a:r>
            <a:r>
              <a:rPr lang="ar-SA"/>
              <a:t> العظيم</a:t>
            </a:r>
            <a:endParaRPr lang="ar-KW"/>
          </a:p>
        </p:txBody>
      </p: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7080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10630512" y="625475"/>
            <a:ext cx="932688" cy="932688"/>
          </a:xfrm>
          <a:prstGeom prst="rect">
            <a:avLst/>
          </a:prstGeom>
          <a:noFill/>
          <a:ln>
            <a:solidFill>
              <a:srgbClr val="2733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3826333"/>
            <a:ext cx="10933200" cy="1606550"/>
          </a:xfrm>
        </p:spPr>
        <p:txBody>
          <a:bodyPr anchor="b" anchorCtr="0"/>
          <a:lstStyle>
            <a:lvl1pPr algn="r">
              <a:defRPr lang="ar-KW" sz="5400" kern="1200" dirty="0" smtClean="0">
                <a:solidFill>
                  <a:srgbClr val="273370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5400"/>
            </a:lvl2pPr>
            <a:lvl3pPr>
              <a:defRPr sz="5400"/>
            </a:lvl3pPr>
            <a:lvl4pPr>
              <a:defRPr sz="5400"/>
            </a:lvl4pPr>
            <a:lvl5pPr>
              <a:defRPr sz="5400"/>
            </a:lvl5pPr>
          </a:lstStyle>
          <a:p>
            <a:pPr lvl="0"/>
            <a:r>
              <a:rPr lang="ar-KW"/>
              <a:t>بيان النص </a:t>
            </a:r>
            <a:r>
              <a:rPr lang="ar-SA"/>
              <a:t>العظيم</a:t>
            </a:r>
            <a:endParaRPr lang="ar-KW"/>
          </a:p>
        </p:txBody>
      </p: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755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10968"/>
            <a:ext cx="769257" cy="10019821"/>
          </a:xfrm>
          <a:prstGeom prst="rect">
            <a:avLst/>
          </a:pr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696969"/>
              </a:solidFill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786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5" cy="909637"/>
          </a:xfrm>
        </p:spPr>
        <p:txBody>
          <a:bodyPr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9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7402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6157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49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7"/>
          <p:cNvSpPr txBox="1">
            <a:spLocks/>
          </p:cNvSpPr>
          <p:nvPr userDrawn="1"/>
        </p:nvSpPr>
        <p:spPr>
          <a:xfrm>
            <a:off x="4796116" y="2211349"/>
            <a:ext cx="6700559" cy="199462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r" rtl="1"/>
            <a:r>
              <a:rPr lang="ar-AE" sz="6000" b="0">
                <a:solidFill>
                  <a:srgbClr val="FFFFFF"/>
                </a:solidFill>
                <a:latin typeface="Markazi Text Medium" pitchFamily="2" charset="-78"/>
                <a:cs typeface="Markazi Text Medium" pitchFamily="2" charset="-78"/>
              </a:rPr>
              <a:t>شكر</a:t>
            </a:r>
            <a:r>
              <a:rPr lang="ar-SA" sz="6000" b="0">
                <a:solidFill>
                  <a:srgbClr val="FFFFFF"/>
                </a:solidFill>
                <a:latin typeface="Markazi Text Medium" pitchFamily="2" charset="-78"/>
                <a:cs typeface="Markazi Text Medium" pitchFamily="2" charset="-78"/>
              </a:rPr>
              <a:t>اً</a:t>
            </a:r>
            <a:r>
              <a:rPr lang="ar-AE" sz="6000" b="0">
                <a:solidFill>
                  <a:srgbClr val="FFFFFF"/>
                </a:solidFill>
                <a:latin typeface="Markazi Text Medium" pitchFamily="2" charset="-78"/>
                <a:cs typeface="Markazi Text Medium" pitchFamily="2" charset="-78"/>
              </a:rPr>
              <a:t> لكم</a:t>
            </a:r>
          </a:p>
        </p:txBody>
      </p:sp>
      <p:sp>
        <p:nvSpPr>
          <p:cNvPr id="8" name="Isosceles Triangle 7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1134C-E029-762F-9D97-3D7FC3DD97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05CB64-85A5-9FDB-3CE0-86D42AC0BA03}"/>
              </a:ext>
            </a:extLst>
          </p:cNvPr>
          <p:cNvSpPr txBox="1"/>
          <p:nvPr userDrawn="1"/>
        </p:nvSpPr>
        <p:spPr>
          <a:xfrm>
            <a:off x="1701" y="6727902"/>
            <a:ext cx="725145" cy="130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fld id="{6E1F3A52-4C8B-4D2E-9A7B-1C5D0E2F3A42}" type="datetime1">
              <a:rPr lang="en-GB" sz="1100">
                <a:solidFill>
                  <a:schemeClr val="tx1"/>
                </a:solidFill>
                <a:latin typeface="Markazi Text" pitchFamily="2" charset="-78"/>
                <a:cs typeface="Markazi Text" pitchFamily="2" charset="-78"/>
              </a:rPr>
              <a:t>25/10/2026</a:t>
            </a:fld>
            <a:endParaRPr lang="en-US" sz="1100" err="1">
              <a:solidFill>
                <a:schemeClr val="tx1"/>
              </a:solidFill>
              <a:latin typeface="Markazi Text" pitchFamily="2" charset="-78"/>
              <a:cs typeface="Markazi Tex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837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sp>
          <p:nvSpPr>
            <p:cNvPr id="193" name="Freeform 192"/>
            <p:cNvSpPr/>
            <p:nvPr/>
          </p:nvSpPr>
          <p:spPr>
            <a:xfrm>
              <a:off x="-300" y="0"/>
              <a:ext cx="12193200" cy="6858000"/>
            </a:xfrm>
            <a:custGeom>
              <a:avLst/>
              <a:gdLst>
                <a:gd name="connsiteX0" fmla="*/ 629400 w 12193200"/>
                <a:gd name="connsiteY0" fmla="*/ 487679 h 6858000"/>
                <a:gd name="connsiteX1" fmla="*/ 629400 w 12193200"/>
                <a:gd name="connsiteY1" fmla="*/ 774466 h 6858000"/>
                <a:gd name="connsiteX2" fmla="*/ 630001 w 12193200"/>
                <a:gd name="connsiteY2" fmla="*/ 774466 h 6858000"/>
                <a:gd name="connsiteX3" fmla="*/ 630001 w 12193200"/>
                <a:gd name="connsiteY3" fmla="*/ 5936631 h 6858000"/>
                <a:gd name="connsiteX4" fmla="*/ 11562000 w 12193200"/>
                <a:gd name="connsiteY4" fmla="*/ 5936631 h 6858000"/>
                <a:gd name="connsiteX5" fmla="*/ 11562000 w 12193200"/>
                <a:gd name="connsiteY5" fmla="*/ 622800 h 6858000"/>
                <a:gd name="connsiteX6" fmla="*/ 11561629 w 12193200"/>
                <a:gd name="connsiteY6" fmla="*/ 622800 h 6858000"/>
                <a:gd name="connsiteX7" fmla="*/ 11561629 w 12193200"/>
                <a:gd name="connsiteY7" fmla="*/ 487679 h 6858000"/>
                <a:gd name="connsiteX8" fmla="*/ 0 w 12193200"/>
                <a:gd name="connsiteY8" fmla="*/ 0 h 6858000"/>
                <a:gd name="connsiteX9" fmla="*/ 12193200 w 12193200"/>
                <a:gd name="connsiteY9" fmla="*/ 0 h 6858000"/>
                <a:gd name="connsiteX10" fmla="*/ 12193200 w 12193200"/>
                <a:gd name="connsiteY10" fmla="*/ 622800 h 6858000"/>
                <a:gd name="connsiteX11" fmla="*/ 12192000 w 12193200"/>
                <a:gd name="connsiteY11" fmla="*/ 622800 h 6858000"/>
                <a:gd name="connsiteX12" fmla="*/ 12192000 w 12193200"/>
                <a:gd name="connsiteY12" fmla="*/ 6160597 h 6858000"/>
                <a:gd name="connsiteX13" fmla="*/ 12193200 w 12193200"/>
                <a:gd name="connsiteY13" fmla="*/ 6160597 h 6858000"/>
                <a:gd name="connsiteX14" fmla="*/ 12193200 w 12193200"/>
                <a:gd name="connsiteY14" fmla="*/ 6858000 h 6858000"/>
                <a:gd name="connsiteX15" fmla="*/ 12192000 w 12193200"/>
                <a:gd name="connsiteY15" fmla="*/ 6858000 h 6858000"/>
                <a:gd name="connsiteX16" fmla="*/ 11562000 w 12193200"/>
                <a:gd name="connsiteY16" fmla="*/ 6858000 h 6858000"/>
                <a:gd name="connsiteX17" fmla="*/ 630001 w 12193200"/>
                <a:gd name="connsiteY17" fmla="*/ 6858000 h 6858000"/>
                <a:gd name="connsiteX18" fmla="*/ 1 w 12193200"/>
                <a:gd name="connsiteY18" fmla="*/ 6858000 h 6858000"/>
                <a:gd name="connsiteX19" fmla="*/ 1 w 12193200"/>
                <a:gd name="connsiteY19" fmla="*/ 6160597 h 6858000"/>
                <a:gd name="connsiteX20" fmla="*/ 1 w 12193200"/>
                <a:gd name="connsiteY20" fmla="*/ 622800 h 6858000"/>
                <a:gd name="connsiteX21" fmla="*/ 0 w 12193200"/>
                <a:gd name="connsiteY21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3200" h="6858000">
                  <a:moveTo>
                    <a:pt x="629400" y="487679"/>
                  </a:moveTo>
                  <a:lnTo>
                    <a:pt x="629400" y="774466"/>
                  </a:lnTo>
                  <a:lnTo>
                    <a:pt x="630001" y="774466"/>
                  </a:lnTo>
                  <a:lnTo>
                    <a:pt x="630001" y="5936631"/>
                  </a:lnTo>
                  <a:lnTo>
                    <a:pt x="11562000" y="5936631"/>
                  </a:lnTo>
                  <a:lnTo>
                    <a:pt x="11562000" y="622800"/>
                  </a:lnTo>
                  <a:lnTo>
                    <a:pt x="11561629" y="622800"/>
                  </a:lnTo>
                  <a:lnTo>
                    <a:pt x="11561629" y="487679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195" name="Footnote measure"/>
            <p:cNvSpPr>
              <a:spLocks noChangeArrowheads="1"/>
            </p:cNvSpPr>
            <p:nvPr/>
          </p:nvSpPr>
          <p:spPr bwMode="auto">
            <a:xfrm>
              <a:off x="695325" y="5936630"/>
              <a:ext cx="10764835" cy="623310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194" name="Slide edges"/>
            <p:cNvSpPr>
              <a:spLocks/>
            </p:cNvSpPr>
            <p:nvPr/>
          </p:nvSpPr>
          <p:spPr bwMode="auto">
            <a:xfrm>
              <a:off x="-900" y="1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575757"/>
                </a:solidFill>
              </a:endParaRPr>
            </a:p>
          </p:txBody>
        </p:sp>
        <p:cxnSp>
          <p:nvCxnSpPr>
            <p:cNvPr id="218" name="Straight Connector 217"/>
            <p:cNvCxnSpPr/>
            <p:nvPr/>
          </p:nvCxnSpPr>
          <p:spPr>
            <a:xfrm>
              <a:off x="-900" y="48767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>
              <a:off x="-900" y="7744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-900" y="1061254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-900" y="134859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-900" y="163482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-900" y="192161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-900" y="22084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>
              <a:off x="-900" y="249519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-900" y="27819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-900" y="30687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-900" y="335555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-900" y="364234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-900" y="392912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>
              <a:off x="-900" y="421591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-900" y="45027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>
              <a:off x="-900" y="4789490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-900" y="50762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>
              <a:off x="-900" y="536306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-900" y="5649852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>
              <a:off x="-900" y="593663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Rectangle 34"/>
            <p:cNvSpPr>
              <a:spLocks noChangeArrowheads="1"/>
            </p:cNvSpPr>
            <p:nvPr/>
          </p:nvSpPr>
          <p:spPr bwMode="auto">
            <a:xfrm>
              <a:off x="688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8" name="Rectangle 35"/>
            <p:cNvSpPr>
              <a:spLocks noChangeArrowheads="1"/>
            </p:cNvSpPr>
            <p:nvPr/>
          </p:nvSpPr>
          <p:spPr bwMode="auto">
            <a:xfrm>
              <a:off x="875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9" name="Rectangle 36"/>
            <p:cNvSpPr>
              <a:spLocks noChangeArrowheads="1"/>
            </p:cNvSpPr>
            <p:nvPr/>
          </p:nvSpPr>
          <p:spPr bwMode="auto">
            <a:xfrm>
              <a:off x="782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0" name="Rectangle 37"/>
            <p:cNvSpPr>
              <a:spLocks noChangeArrowheads="1"/>
            </p:cNvSpPr>
            <p:nvPr/>
          </p:nvSpPr>
          <p:spPr bwMode="auto">
            <a:xfrm>
              <a:off x="969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1" name="Rectangle 38"/>
            <p:cNvSpPr>
              <a:spLocks noChangeArrowheads="1"/>
            </p:cNvSpPr>
            <p:nvPr/>
          </p:nvSpPr>
          <p:spPr bwMode="auto">
            <a:xfrm>
              <a:off x="1062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2" name="Rectangle 39"/>
            <p:cNvSpPr>
              <a:spLocks noChangeArrowheads="1"/>
            </p:cNvSpPr>
            <p:nvPr/>
          </p:nvSpPr>
          <p:spPr bwMode="auto">
            <a:xfrm>
              <a:off x="595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3" name="Rectangle 40"/>
            <p:cNvSpPr>
              <a:spLocks noChangeArrowheads="1"/>
            </p:cNvSpPr>
            <p:nvPr/>
          </p:nvSpPr>
          <p:spPr bwMode="auto">
            <a:xfrm>
              <a:off x="127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4" name="Rectangle 41"/>
            <p:cNvSpPr>
              <a:spLocks noChangeArrowheads="1"/>
            </p:cNvSpPr>
            <p:nvPr/>
          </p:nvSpPr>
          <p:spPr bwMode="auto">
            <a:xfrm>
              <a:off x="221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5" name="Rectangle 42"/>
            <p:cNvSpPr>
              <a:spLocks noChangeArrowheads="1"/>
            </p:cNvSpPr>
            <p:nvPr/>
          </p:nvSpPr>
          <p:spPr bwMode="auto">
            <a:xfrm>
              <a:off x="314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6" name="Rectangle 43"/>
            <p:cNvSpPr>
              <a:spLocks noChangeArrowheads="1"/>
            </p:cNvSpPr>
            <p:nvPr/>
          </p:nvSpPr>
          <p:spPr bwMode="auto">
            <a:xfrm>
              <a:off x="408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17" name="Rectangle 44"/>
            <p:cNvSpPr>
              <a:spLocks noChangeArrowheads="1"/>
            </p:cNvSpPr>
            <p:nvPr/>
          </p:nvSpPr>
          <p:spPr bwMode="auto">
            <a:xfrm>
              <a:off x="501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198" name="Whitespace measure"/>
            <p:cNvSpPr>
              <a:spLocks noChangeArrowheads="1"/>
            </p:cNvSpPr>
            <p:nvPr/>
          </p:nvSpPr>
          <p:spPr bwMode="auto">
            <a:xfrm>
              <a:off x="695325" y="1348599"/>
              <a:ext cx="10764835" cy="573947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2" name="Rectangle 5"/>
            <p:cNvSpPr>
              <a:spLocks noChangeArrowheads="1"/>
            </p:cNvSpPr>
            <p:nvPr/>
          </p:nvSpPr>
          <p:spPr bwMode="auto">
            <a:xfrm>
              <a:off x="2911393" y="5755080"/>
              <a:ext cx="1900563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3" name="Rectangle 7"/>
            <p:cNvSpPr>
              <a:spLocks noChangeArrowheads="1"/>
            </p:cNvSpPr>
            <p:nvPr/>
          </p:nvSpPr>
          <p:spPr bwMode="auto">
            <a:xfrm>
              <a:off x="955357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4" name="Rectangle 9"/>
            <p:cNvSpPr>
              <a:spLocks noChangeArrowheads="1"/>
            </p:cNvSpPr>
            <p:nvPr/>
          </p:nvSpPr>
          <p:spPr bwMode="auto">
            <a:xfrm>
              <a:off x="733449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124450" y="5755080"/>
              <a:ext cx="1897551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6" name="Rectangle 13"/>
            <p:cNvSpPr>
              <a:spLocks noChangeArrowheads="1"/>
            </p:cNvSpPr>
            <p:nvPr/>
          </p:nvSpPr>
          <p:spPr bwMode="auto">
            <a:xfrm>
              <a:off x="695325" y="5755080"/>
              <a:ext cx="1903575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200" name="Live area"/>
            <p:cNvSpPr/>
            <p:nvPr/>
          </p:nvSpPr>
          <p:spPr>
            <a:xfrm>
              <a:off x="695325" y="1921238"/>
              <a:ext cx="10764835" cy="4015393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C0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rgbClr val="FFFFFF"/>
                </a:solidFill>
              </a:endParaRPr>
            </a:p>
          </p:txBody>
        </p:sp>
        <p:sp>
          <p:nvSpPr>
            <p:cNvPr id="47" name="ee4pFootnotes"/>
            <p:cNvSpPr>
              <a:spLocks noChangeArrowheads="1"/>
            </p:cNvSpPr>
            <p:nvPr userDrawn="1"/>
          </p:nvSpPr>
          <p:spPr bwMode="auto">
            <a:xfrm>
              <a:off x="2429248" y="6144442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1. xxxx 2. xxxx 3. xxxx</a:t>
              </a:r>
            </a:p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ملاحظة: سرد الحواشي بالترتيب العددي. أرقام الحاشية السفلية ليست بين قوسين. استخدام الخط 10pt. لا تضع فترة في نهاية الملاحظة أو المصدر</a:t>
              </a:r>
            </a:p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المصدر: قم بتضمين مصدر لكل مخطط تستخدمه. مصادر منفصلة بفاصلة منقوطة ؛ مصادر BCG ذات الصلة تذهب في النهاية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SA" sz="4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6117" y="1360173"/>
            <a:ext cx="6700558" cy="1994624"/>
          </a:xfrm>
        </p:spPr>
        <p:txBody>
          <a:bodyPr lIns="0" tIns="0" rIns="0" bIns="0" anchor="b">
            <a:noAutofit/>
          </a:bodyPr>
          <a:lstStyle>
            <a:lvl1pPr algn="r" rtl="1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SA"/>
              <a:t>عنوان العرض التقديمي يذهب هنا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6115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العنوان الفرعي للعرض هنا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586286"/>
            <a:ext cx="5400675" cy="365125"/>
          </a:xfrm>
        </p:spPr>
        <p:txBody>
          <a:bodyPr/>
          <a:lstStyle>
            <a:lvl1pPr algn="r" rtl="0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5" name="Isosceles Triangle 14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5467F-C679-FF68-AF98-E5E6F829244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731839" y="512763"/>
            <a:ext cx="10522113" cy="679543"/>
          </a:xfr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853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7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r" rtl="1"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ar-SA"/>
              <a:t>تحرير أنماط النص ماجستير</a:t>
            </a:r>
          </a:p>
        </p:txBody>
      </p:sp>
      <p:sp>
        <p:nvSpPr>
          <p:cNvPr id="11" name="Title 7"/>
          <p:cNvSpPr>
            <a:spLocks noGrp="1"/>
          </p:cNvSpPr>
          <p:nvPr>
            <p:ph type="title" hasCustomPrompt="1"/>
          </p:nvPr>
        </p:nvSpPr>
        <p:spPr>
          <a:xfrm>
            <a:off x="695324" y="512763"/>
            <a:ext cx="10558628" cy="679543"/>
          </a:xfr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7" name="Parallelogram 6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98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 bwMode="white">
          <a:xfrm>
            <a:off x="7497600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7825847" y="2158987"/>
            <a:ext cx="3634314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KW"/>
              <a:t>عناوين فرعية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7825847" y="1227048"/>
            <a:ext cx="3634314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0100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white">
          <a:xfrm>
            <a:off x="9953512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</p:spPr>
        <p:txBody>
          <a:bodyPr lIns="274320" tIns="274320" rIns="274320" bIns="137160" anchor="b" anchorCtr="0">
            <a:noAutofit/>
          </a:bodyPr>
          <a:lstStyle>
            <a:lvl1pPr>
              <a:defRPr sz="5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 القسم</a:t>
            </a:r>
          </a:p>
        </p:txBody>
      </p: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5408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KW" sz="5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 القسم</a:t>
            </a: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0" y="3680016"/>
            <a:ext cx="11558587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78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7695540" y="0"/>
            <a:ext cx="416951" cy="6858000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 bwMode="white">
          <a:xfrm>
            <a:off x="8112492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4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8856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4603093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5020044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48958" y="512763"/>
            <a:ext cx="6004995" cy="679543"/>
          </a:xfrm>
          <a:prstGeom prst="rect">
            <a:avLst/>
          </a:prstGeom>
        </p:spPr>
        <p:txBody>
          <a:bodyPr/>
          <a:lstStyle>
            <a:lvl1pPr rtl="0"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7300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 flipV="1">
            <a:off x="2740777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3157728" y="0"/>
            <a:ext cx="90342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3900" y="512763"/>
            <a:ext cx="7830052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0" name="TextBox 1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0736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8111237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0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8432858" y="2681103"/>
            <a:ext cx="3027304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905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6099977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7172339" y="1785600"/>
            <a:ext cx="4287822" cy="328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4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49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4371975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-482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ar-SA"/>
              <a:t>انقر على أيقونة أدناه لإدراج صورة أو إزالة هذا العنصر النائب لاستخدام مسافة بيضاء بطريقة أخرى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313187" y="1804650"/>
            <a:ext cx="6146974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4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" name="Group 8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400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72940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4"/>
          <p:cNvSpPr/>
          <p:nvPr userDrawn="1"/>
        </p:nvSpPr>
        <p:spPr bwMode="ltGray">
          <a:xfrm flipH="1">
            <a:off x="8103688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60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6380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 flipH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21480000" flipH="1">
            <a:off x="7365600" y="3402828"/>
            <a:ext cx="2694666" cy="3461745"/>
          </a:xfrm>
          <a:prstGeom prst="rect">
            <a:avLst/>
          </a:prstGeom>
          <a:noFill/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082101" y="2764203"/>
            <a:ext cx="2378060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811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6078" y="3382962"/>
            <a:ext cx="12985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7498504" y="1785600"/>
            <a:ext cx="396165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4622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 flipH="1">
            <a:off x="6765080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 flipH="1">
            <a:off x="5950185" y="3416300"/>
            <a:ext cx="2694666" cy="3441700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7498504" y="1785600"/>
            <a:ext cx="396165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778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4158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entagon 8"/>
          <p:cNvSpPr/>
          <p:nvPr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77665" y="512763"/>
            <a:ext cx="4476286" cy="679543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0" name="Parallelogram 9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744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 flipH="1">
            <a:off x="5828454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5071018" y="3407804"/>
            <a:ext cx="2694666" cy="345655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12917" y="512763"/>
            <a:ext cx="4647244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508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12041" y="358801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70991" y="512763"/>
            <a:ext cx="5982961" cy="6795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 flipH="1">
            <a:off x="11332123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3979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 flipH="1">
            <a:off x="3745761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sym typeface="+mn-lt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21480000" flipH="1">
            <a:off x="2968770" y="3407804"/>
            <a:ext cx="2694666" cy="34565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06243" y="512763"/>
            <a:ext cx="6153918" cy="67954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9" name="Right Triangle 8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795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20856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</a:t>
            </a:r>
            <a:r>
              <a:rPr lang="ar-SA"/>
              <a:t>العظيم</a:t>
            </a:r>
            <a:endParaRPr lang="ar-KW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6317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Aft>
                <a:spcPts val="1000"/>
              </a:spcAft>
            </a:pPr>
            <a:endParaRPr lang="ar-KW" sz="5400" err="1">
              <a:solidFill>
                <a:srgbClr val="FFFFFF"/>
              </a:solidFill>
              <a:sym typeface="DIN Next LT Arabic Light" panose="020B0303020203050203" pitchFamily="34" charset="-78"/>
            </a:endParaRP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10630512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ar-KW" sz="54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</a:pPr>
            <a:r>
              <a:rPr lang="ar-KW"/>
              <a:t>بيان النص </a:t>
            </a:r>
            <a:r>
              <a:rPr lang="ar-SA"/>
              <a:t>العظيم</a:t>
            </a:r>
            <a:endParaRPr lang="ar-KW"/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8747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10968"/>
            <a:ext cx="769257" cy="10019821"/>
          </a:xfrm>
          <a:prstGeom prst="rect">
            <a:avLst/>
          </a:pr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696969"/>
              </a:solidFill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721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ar-KW"/>
              <a:t>عنوان</a:t>
            </a:r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429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75871" y="359436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2"/>
          <p:cNvSpPr/>
          <p:nvPr/>
        </p:nvSpPr>
        <p:spPr bwMode="ltGray">
          <a:xfrm flipH="1">
            <a:off x="8103688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1200">
                <a:solidFill>
                  <a:prstClr val="white"/>
                </a:solidFill>
                <a:sym typeface="+mn-lt"/>
              </a:rPr>
              <a:t> 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738144" y="2577934"/>
            <a:ext cx="2722017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lang="ar-KW" sz="5400">
                <a:solidFill>
                  <a:srgbClr val="273370"/>
                </a:solidFill>
                <a:sym typeface="+mn-lt"/>
              </a:rPr>
              <a:t>جدول المحتويات</a:t>
            </a:r>
          </a:p>
        </p:txBody>
      </p:sp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0591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194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620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207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7"/>
          <p:cNvSpPr txBox="1">
            <a:spLocks/>
          </p:cNvSpPr>
          <p:nvPr userDrawn="1"/>
        </p:nvSpPr>
        <p:spPr>
          <a:xfrm>
            <a:off x="4796116" y="2431688"/>
            <a:ext cx="6700559" cy="199462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r" rtl="1"/>
            <a:r>
              <a:rPr lang="ar-AE" sz="6000" b="0">
                <a:solidFill>
                  <a:srgbClr val="FFFFFF"/>
                </a:solidFill>
              </a:rPr>
              <a:t>شكرا لكم</a:t>
            </a:r>
          </a:p>
        </p:txBody>
      </p:sp>
      <p:sp>
        <p:nvSpPr>
          <p:cNvPr id="8" name="Isosceles Triangle 7"/>
          <p:cNvSpPr/>
          <p:nvPr userDrawn="1"/>
        </p:nvSpPr>
        <p:spPr>
          <a:xfrm flipH="1">
            <a:off x="0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0F131-D150-AB38-9C7B-774A9E5AA5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9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3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47" name="Group 46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sp>
          <p:nvSpPr>
            <p:cNvPr id="48" name="Freeform 47"/>
            <p:cNvSpPr/>
            <p:nvPr/>
          </p:nvSpPr>
          <p:spPr>
            <a:xfrm>
              <a:off x="-300" y="0"/>
              <a:ext cx="12193200" cy="6858000"/>
            </a:xfrm>
            <a:custGeom>
              <a:avLst/>
              <a:gdLst>
                <a:gd name="connsiteX0" fmla="*/ 629400 w 12193200"/>
                <a:gd name="connsiteY0" fmla="*/ 487679 h 6858000"/>
                <a:gd name="connsiteX1" fmla="*/ 629400 w 12193200"/>
                <a:gd name="connsiteY1" fmla="*/ 774466 h 6858000"/>
                <a:gd name="connsiteX2" fmla="*/ 630001 w 12193200"/>
                <a:gd name="connsiteY2" fmla="*/ 774466 h 6858000"/>
                <a:gd name="connsiteX3" fmla="*/ 630001 w 12193200"/>
                <a:gd name="connsiteY3" fmla="*/ 5936631 h 6858000"/>
                <a:gd name="connsiteX4" fmla="*/ 11562000 w 12193200"/>
                <a:gd name="connsiteY4" fmla="*/ 5936631 h 6858000"/>
                <a:gd name="connsiteX5" fmla="*/ 11562000 w 12193200"/>
                <a:gd name="connsiteY5" fmla="*/ 622800 h 6858000"/>
                <a:gd name="connsiteX6" fmla="*/ 11561629 w 12193200"/>
                <a:gd name="connsiteY6" fmla="*/ 622800 h 6858000"/>
                <a:gd name="connsiteX7" fmla="*/ 11561629 w 12193200"/>
                <a:gd name="connsiteY7" fmla="*/ 487679 h 6858000"/>
                <a:gd name="connsiteX8" fmla="*/ 0 w 12193200"/>
                <a:gd name="connsiteY8" fmla="*/ 0 h 6858000"/>
                <a:gd name="connsiteX9" fmla="*/ 12193200 w 12193200"/>
                <a:gd name="connsiteY9" fmla="*/ 0 h 6858000"/>
                <a:gd name="connsiteX10" fmla="*/ 12193200 w 12193200"/>
                <a:gd name="connsiteY10" fmla="*/ 622800 h 6858000"/>
                <a:gd name="connsiteX11" fmla="*/ 12192000 w 12193200"/>
                <a:gd name="connsiteY11" fmla="*/ 622800 h 6858000"/>
                <a:gd name="connsiteX12" fmla="*/ 12192000 w 12193200"/>
                <a:gd name="connsiteY12" fmla="*/ 6160597 h 6858000"/>
                <a:gd name="connsiteX13" fmla="*/ 12193200 w 12193200"/>
                <a:gd name="connsiteY13" fmla="*/ 6160597 h 6858000"/>
                <a:gd name="connsiteX14" fmla="*/ 12193200 w 12193200"/>
                <a:gd name="connsiteY14" fmla="*/ 6858000 h 6858000"/>
                <a:gd name="connsiteX15" fmla="*/ 12192000 w 12193200"/>
                <a:gd name="connsiteY15" fmla="*/ 6858000 h 6858000"/>
                <a:gd name="connsiteX16" fmla="*/ 11562000 w 12193200"/>
                <a:gd name="connsiteY16" fmla="*/ 6858000 h 6858000"/>
                <a:gd name="connsiteX17" fmla="*/ 630001 w 12193200"/>
                <a:gd name="connsiteY17" fmla="*/ 6858000 h 6858000"/>
                <a:gd name="connsiteX18" fmla="*/ 1 w 12193200"/>
                <a:gd name="connsiteY18" fmla="*/ 6858000 h 6858000"/>
                <a:gd name="connsiteX19" fmla="*/ 1 w 12193200"/>
                <a:gd name="connsiteY19" fmla="*/ 6160597 h 6858000"/>
                <a:gd name="connsiteX20" fmla="*/ 1 w 12193200"/>
                <a:gd name="connsiteY20" fmla="*/ 622800 h 6858000"/>
                <a:gd name="connsiteX21" fmla="*/ 0 w 12193200"/>
                <a:gd name="connsiteY21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3200" h="6858000">
                  <a:moveTo>
                    <a:pt x="629400" y="487679"/>
                  </a:moveTo>
                  <a:lnTo>
                    <a:pt x="629400" y="774466"/>
                  </a:lnTo>
                  <a:lnTo>
                    <a:pt x="630001" y="774466"/>
                  </a:lnTo>
                  <a:lnTo>
                    <a:pt x="630001" y="5936631"/>
                  </a:lnTo>
                  <a:lnTo>
                    <a:pt x="11562000" y="5936631"/>
                  </a:lnTo>
                  <a:lnTo>
                    <a:pt x="11562000" y="622800"/>
                  </a:lnTo>
                  <a:lnTo>
                    <a:pt x="11561629" y="622800"/>
                  </a:lnTo>
                  <a:lnTo>
                    <a:pt x="11561629" y="487679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49" name="Footnote measure"/>
            <p:cNvSpPr>
              <a:spLocks noChangeArrowheads="1"/>
            </p:cNvSpPr>
            <p:nvPr/>
          </p:nvSpPr>
          <p:spPr bwMode="auto">
            <a:xfrm>
              <a:off x="695325" y="5936630"/>
              <a:ext cx="10764835" cy="623310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50" name="Slide edges"/>
            <p:cNvSpPr>
              <a:spLocks/>
            </p:cNvSpPr>
            <p:nvPr/>
          </p:nvSpPr>
          <p:spPr bwMode="auto">
            <a:xfrm>
              <a:off x="-900" y="1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575757"/>
                </a:solidFill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-900" y="48767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-900" y="7744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-900" y="1061254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-900" y="134859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900" y="1634829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-900" y="192161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-900" y="22084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-900" y="249519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-900" y="27819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-900" y="3068766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-900" y="335555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-900" y="364234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-900" y="392912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-900" y="421591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-900" y="4502703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-900" y="4789490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-900" y="5076278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-900" y="5363065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-900" y="5649852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900" y="5936631"/>
              <a:ext cx="12193200" cy="0"/>
            </a:xfrm>
            <a:prstGeom prst="line">
              <a:avLst/>
            </a:prstGeom>
            <a:ln w="9525">
              <a:solidFill>
                <a:srgbClr val="30C1D7">
                  <a:alpha val="4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688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875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782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5" name="Rectangle 37"/>
            <p:cNvSpPr>
              <a:spLocks noChangeArrowheads="1"/>
            </p:cNvSpPr>
            <p:nvPr/>
          </p:nvSpPr>
          <p:spPr bwMode="auto">
            <a:xfrm>
              <a:off x="969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6" name="Rectangle 38"/>
            <p:cNvSpPr>
              <a:spLocks noChangeArrowheads="1"/>
            </p:cNvSpPr>
            <p:nvPr/>
          </p:nvSpPr>
          <p:spPr bwMode="auto">
            <a:xfrm>
              <a:off x="1062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595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8" name="Rectangle 40"/>
            <p:cNvSpPr>
              <a:spLocks noChangeArrowheads="1"/>
            </p:cNvSpPr>
            <p:nvPr/>
          </p:nvSpPr>
          <p:spPr bwMode="auto">
            <a:xfrm>
              <a:off x="127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221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314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1" name="Rectangle 43"/>
            <p:cNvSpPr>
              <a:spLocks noChangeArrowheads="1"/>
            </p:cNvSpPr>
            <p:nvPr/>
          </p:nvSpPr>
          <p:spPr bwMode="auto">
            <a:xfrm>
              <a:off x="4081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2" name="Rectangle 44"/>
            <p:cNvSpPr>
              <a:spLocks noChangeArrowheads="1"/>
            </p:cNvSpPr>
            <p:nvPr/>
          </p:nvSpPr>
          <p:spPr bwMode="auto">
            <a:xfrm>
              <a:off x="5016700" y="488417"/>
              <a:ext cx="288000" cy="5449195"/>
            </a:xfrm>
            <a:prstGeom prst="rect">
              <a:avLst/>
            </a:prstGeom>
            <a:solidFill>
              <a:srgbClr val="696969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3" name="Whitespace measure"/>
            <p:cNvSpPr>
              <a:spLocks noChangeArrowheads="1"/>
            </p:cNvSpPr>
            <p:nvPr/>
          </p:nvSpPr>
          <p:spPr bwMode="auto">
            <a:xfrm>
              <a:off x="695325" y="1348599"/>
              <a:ext cx="10764835" cy="573947"/>
            </a:xfrm>
            <a:prstGeom prst="rect">
              <a:avLst/>
            </a:prstGeom>
            <a:solidFill>
              <a:srgbClr val="FDBD4D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4" name="Rectangle 5"/>
            <p:cNvSpPr>
              <a:spLocks noChangeArrowheads="1"/>
            </p:cNvSpPr>
            <p:nvPr/>
          </p:nvSpPr>
          <p:spPr bwMode="auto">
            <a:xfrm>
              <a:off x="2911393" y="5755080"/>
              <a:ext cx="1900563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5" name="Rectangle 7"/>
            <p:cNvSpPr>
              <a:spLocks noChangeArrowheads="1"/>
            </p:cNvSpPr>
            <p:nvPr/>
          </p:nvSpPr>
          <p:spPr bwMode="auto">
            <a:xfrm>
              <a:off x="955357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6" name="Rectangle 9"/>
            <p:cNvSpPr>
              <a:spLocks noChangeArrowheads="1"/>
            </p:cNvSpPr>
            <p:nvPr/>
          </p:nvSpPr>
          <p:spPr bwMode="auto">
            <a:xfrm>
              <a:off x="7334494" y="5755080"/>
              <a:ext cx="1906587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7" name="Rectangle 11"/>
            <p:cNvSpPr>
              <a:spLocks noChangeArrowheads="1"/>
            </p:cNvSpPr>
            <p:nvPr/>
          </p:nvSpPr>
          <p:spPr bwMode="auto">
            <a:xfrm>
              <a:off x="5124450" y="5755080"/>
              <a:ext cx="1897551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8" name="Rectangle 13"/>
            <p:cNvSpPr>
              <a:spLocks noChangeArrowheads="1"/>
            </p:cNvSpPr>
            <p:nvPr/>
          </p:nvSpPr>
          <p:spPr bwMode="auto">
            <a:xfrm>
              <a:off x="695325" y="5755080"/>
              <a:ext cx="1903575" cy="78274"/>
            </a:xfrm>
            <a:prstGeom prst="rect">
              <a:avLst/>
            </a:prstGeom>
            <a:solidFill>
              <a:srgbClr val="696969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96969"/>
                </a:solidFill>
              </a:endParaRPr>
            </a:p>
          </p:txBody>
        </p:sp>
        <p:sp>
          <p:nvSpPr>
            <p:cNvPr id="89" name="Live area"/>
            <p:cNvSpPr/>
            <p:nvPr/>
          </p:nvSpPr>
          <p:spPr>
            <a:xfrm>
              <a:off x="695325" y="1921238"/>
              <a:ext cx="10764835" cy="4015393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C0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rgbClr val="FFFFFF"/>
                </a:solidFill>
              </a:endParaRPr>
            </a:p>
          </p:txBody>
        </p:sp>
        <p:sp>
          <p:nvSpPr>
            <p:cNvPr id="90" name="ee4pFootnotes"/>
            <p:cNvSpPr>
              <a:spLocks noChangeArrowheads="1"/>
            </p:cNvSpPr>
            <p:nvPr userDrawn="1"/>
          </p:nvSpPr>
          <p:spPr bwMode="auto">
            <a:xfrm>
              <a:off x="2429248" y="6144442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1. xxxx 2. xxxx 3. xxxx</a:t>
              </a:r>
            </a:p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ملاحظة: سرد الحواشي بالترتيب العددي. أرقام الحاشية السفلية ليست بين قوسين. استخدام الخط 10pt. لا تضع فترة في نهاية الملاحظة أو المصدر</a:t>
              </a:r>
            </a:p>
            <a:p>
              <a:pPr algn="r" rtl="1">
                <a:lnSpc>
                  <a:spcPct val="90000"/>
                </a:lnSpc>
              </a:pPr>
              <a:r>
                <a:rPr lang="ar-AE" sz="1000">
                  <a:solidFill>
                    <a:srgbClr val="A6A6A6"/>
                  </a:solidFill>
                  <a:sym typeface="+mn-lt"/>
                </a:rPr>
                <a:t>المصدر: قم بتضمين مصدر لكل مخطط تستخدمه. مصادر منفصلة بفاصلة منقوطة ؛ مصادر BCG ذات الصلة تذهب في النهاية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21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463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727633" y="1115416"/>
            <a:ext cx="3252815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ar-SA" sz="5400">
                <a:solidFill>
                  <a:srgbClr val="FFFFFF"/>
                </a:solidFill>
                <a:sym typeface="+mn-lt"/>
              </a:rPr>
              <a:t>جدول أعمال</a:t>
            </a:r>
          </a:p>
        </p:txBody>
      </p:sp>
      <p:sp>
        <p:nvSpPr>
          <p:cNvPr id="13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211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51906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>
              <a:solidFill>
                <a:prstClr val="white"/>
              </a:solidFill>
              <a:sym typeface="+mn-lt"/>
            </a:endParaRPr>
          </a:p>
        </p:txBody>
      </p: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515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88433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ar-SA">
                <a:solidFill>
                  <a:srgbClr val="FFFFFF"/>
                </a:solidFill>
                <a:latin typeface="DIN Next LT Arabic Light"/>
                <a:sym typeface="+mn-lt"/>
              </a:rPr>
              <a:t>جدول أعمال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1615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3385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935400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ar-SA" sz="3400">
                <a:solidFill>
                  <a:srgbClr val="FFFFFF"/>
                </a:solidFill>
                <a:sym typeface="+mn-lt"/>
              </a:rPr>
              <a:t>جدول أعمال</a:t>
            </a:r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8990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97167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>
              <a:solidFill>
                <a:prstClr val="white"/>
              </a:solidFill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6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rgbClr val="94A0DA"/>
              </a:solidFill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727633" y="1115416"/>
            <a:ext cx="3252815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ar-SA">
                <a:solidFill>
                  <a:srgbClr val="273370"/>
                </a:solidFill>
                <a:sym typeface="+mn-lt"/>
              </a:rPr>
              <a:t>جدول أعمال</a:t>
            </a:r>
          </a:p>
        </p:txBody>
      </p:sp>
      <p:sp>
        <p:nvSpPr>
          <p:cNvPr id="12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237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67283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>
              <a:solidFill>
                <a:prstClr val="white"/>
              </a:solidFill>
              <a:sym typeface="+mn-lt"/>
            </a:endParaRPr>
          </a:p>
        </p:txBody>
      </p:sp>
      <p:sp>
        <p:nvSpPr>
          <p:cNvPr id="6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074808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761299"/>
            <a:ext cx="7189998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ar-SA" sz="2400">
                <a:solidFill>
                  <a:srgbClr val="273370"/>
                </a:solidFill>
                <a:latin typeface="DIN Next LT Arabic Light"/>
                <a:sym typeface="+mn-lt"/>
              </a:rPr>
              <a:t>جدول أعمال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4675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4512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srgbClr val="FFFFFF"/>
              </a:solidFill>
              <a:sym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922700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ar-SA" sz="2400">
                <a:solidFill>
                  <a:srgbClr val="FFFFFF"/>
                </a:solidFill>
                <a:sym typeface="+mn-lt"/>
              </a:rPr>
              <a:t>جدول أعمال</a:t>
            </a:r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FFFFF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FFFFF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8223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100000">
              <a:schemeClr val="tx2"/>
            </a:gs>
            <a:gs pos="0">
              <a:srgbClr val="010103"/>
            </a:gs>
          </a:gsLst>
          <a:lin ang="14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15368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94368"/>
            <a:ext cx="136525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616919"/>
            <a:ext cx="2819400" cy="168379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lang="ar-KW" sz="5400">
                <a:solidFill>
                  <a:srgbClr val="273370"/>
                </a:solidFill>
                <a:sym typeface="+mn-lt"/>
              </a:rPr>
              <a:t>جدول المحتويات</a:t>
            </a:r>
          </a:p>
        </p:txBody>
      </p:sp>
      <p:sp>
        <p:nvSpPr>
          <p:cNvPr id="9" name="Copyright" hidden="1"/>
          <p:cNvSpPr txBox="1"/>
          <p:nvPr userDrawn="1"/>
        </p:nvSpPr>
        <p:spPr>
          <a:xfrm rot="5400000">
            <a:off x="-2181104" y="4044631"/>
            <a:ext cx="4623861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>
                    <a:lumMod val="50000"/>
                  </a:srgbClr>
                </a:solidFill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14" name="Right Triangle 13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858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oleObject" Target="../embeddings/oleObject3.bin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image" Target="../media/image4.emf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66.xml"/><Relationship Id="rId63" Type="http://schemas.openxmlformats.org/officeDocument/2006/relationships/slideLayout" Target="../slideLayouts/slideLayout82.xml"/><Relationship Id="rId68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72.xml"/><Relationship Id="rId58" Type="http://schemas.openxmlformats.org/officeDocument/2006/relationships/slideLayout" Target="../slideLayouts/slideLayout77.xml"/><Relationship Id="rId66" Type="http://schemas.openxmlformats.org/officeDocument/2006/relationships/slideLayout" Target="../slideLayouts/slideLayout85.xml"/><Relationship Id="rId74" Type="http://schemas.openxmlformats.org/officeDocument/2006/relationships/tags" Target="../tags/tag27.xml"/><Relationship Id="rId5" Type="http://schemas.openxmlformats.org/officeDocument/2006/relationships/slideLayout" Target="../slideLayouts/slideLayout24.xml"/><Relationship Id="rId61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62.xml"/><Relationship Id="rId48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75.xml"/><Relationship Id="rId64" Type="http://schemas.openxmlformats.org/officeDocument/2006/relationships/slideLayout" Target="../slideLayouts/slideLayout83.xml"/><Relationship Id="rId69" Type="http://schemas.openxmlformats.org/officeDocument/2006/relationships/slideLayout" Target="../slideLayouts/slideLayout88.xml"/><Relationship Id="rId77" Type="http://schemas.openxmlformats.org/officeDocument/2006/relationships/image" Target="../media/image5.png"/><Relationship Id="rId8" Type="http://schemas.openxmlformats.org/officeDocument/2006/relationships/slideLayout" Target="../slideLayouts/slideLayout27.xml"/><Relationship Id="rId51" Type="http://schemas.openxmlformats.org/officeDocument/2006/relationships/slideLayout" Target="../slideLayouts/slideLayout70.xml"/><Relationship Id="rId7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65.xml"/><Relationship Id="rId59" Type="http://schemas.openxmlformats.org/officeDocument/2006/relationships/slideLayout" Target="../slideLayouts/slideLayout78.xml"/><Relationship Id="rId67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60.xml"/><Relationship Id="rId54" Type="http://schemas.openxmlformats.org/officeDocument/2006/relationships/slideLayout" Target="../slideLayouts/slideLayout73.xml"/><Relationship Id="rId62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9.xml"/><Relationship Id="rId75" Type="http://schemas.openxmlformats.org/officeDocument/2006/relationships/oleObject" Target="../embeddings/oleObject3.bin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55.xml"/><Relationship Id="rId49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71.xml"/><Relationship Id="rId60" Type="http://schemas.openxmlformats.org/officeDocument/2006/relationships/slideLayout" Target="../slideLayouts/slideLayout79.xml"/><Relationship Id="rId65" Type="http://schemas.openxmlformats.org/officeDocument/2006/relationships/slideLayout" Target="../slideLayouts/slideLayout84.xml"/><Relationship Id="rId73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53.xml"/><Relationship Id="rId50" Type="http://schemas.openxmlformats.org/officeDocument/2006/relationships/slideLayout" Target="../slideLayouts/slideLayout69.xml"/><Relationship Id="rId55" Type="http://schemas.openxmlformats.org/officeDocument/2006/relationships/slideLayout" Target="../slideLayouts/slideLayout74.xml"/><Relationship Id="rId76" Type="http://schemas.openxmlformats.org/officeDocument/2006/relationships/image" Target="../media/image4.emf"/><Relationship Id="rId7" Type="http://schemas.openxmlformats.org/officeDocument/2006/relationships/slideLayout" Target="../slideLayouts/slideLayout26.xml"/><Relationship Id="rId7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A2A9A8-AEAD-925F-5FD7-EC01C95A67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77951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 - مقيد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270" imgH="270" progId="TCLayout.ActiveDocument.1">
                  <p:embed/>
                </p:oleObj>
              </mc:Choice>
              <mc:Fallback>
                <p:oleObj name="think-cell Slide" r:id="rId1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6" name="Right Triangle 5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825625"/>
            <a:ext cx="1076483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ar-KW"/>
              <a:t>تحرير أنماط النص الرئيسي</a:t>
            </a:r>
          </a:p>
          <a:p>
            <a:pPr lvl="1"/>
            <a:r>
              <a:rPr lang="ar-KW"/>
              <a:t>المستوى الثاني</a:t>
            </a:r>
          </a:p>
          <a:p>
            <a:pPr lvl="2"/>
            <a:r>
              <a:rPr lang="ar-KW"/>
              <a:t>المستوى الثالث</a:t>
            </a:r>
          </a:p>
          <a:p>
            <a:pPr lvl="2"/>
            <a:endParaRPr lang="en-US"/>
          </a:p>
          <a:p>
            <a:pPr lvl="3"/>
            <a:r>
              <a:rPr lang="ar-KW"/>
              <a:t>المستوى الرابع</a:t>
            </a:r>
            <a:endParaRPr lang="en-US"/>
          </a:p>
          <a:p>
            <a:pPr lvl="4"/>
            <a:r>
              <a:rPr lang="ar-KW"/>
              <a:t>المستوى الخامس</a:t>
            </a:r>
            <a:endParaRPr lang="en-US"/>
          </a:p>
          <a:p>
            <a:pPr lvl="5"/>
            <a:r>
              <a:rPr lang="ar-KW"/>
              <a:t>المستوى السادس</a:t>
            </a:r>
          </a:p>
          <a:p>
            <a:pPr lvl="6"/>
            <a:r>
              <a:rPr lang="ar-KW"/>
              <a:t>المستوى السابع</a:t>
            </a:r>
            <a:endParaRPr lang="en-US"/>
          </a:p>
          <a:p>
            <a:pPr lvl="7"/>
            <a:r>
              <a:rPr lang="ar-KW"/>
              <a:t>المستوى الثامن</a:t>
            </a:r>
            <a:endParaRPr lang="en-US"/>
          </a:p>
          <a:p>
            <a:pPr lvl="8"/>
            <a:r>
              <a:rPr lang="ar-KW"/>
              <a:t>تسعة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512763"/>
            <a:ext cx="10764837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487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273370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r" defTabSz="914400" rtl="1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r" defTabSz="914400" rtl="1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None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None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r" defTabSz="914400" rtl="1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None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None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5" imgW="270" imgH="270" progId="TCLayout.ActiveDocument.1">
                  <p:embed/>
                </p:oleObj>
              </mc:Choice>
              <mc:Fallback>
                <p:oleObj name="think-cell Slide" r:id="rId7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 userDrawn="1"/>
        </p:nvGrpSpPr>
        <p:grpSpPr>
          <a:xfrm flipH="1">
            <a:off x="0" y="5800725"/>
            <a:ext cx="1733548" cy="1057275"/>
            <a:chOff x="10458450" y="5800725"/>
            <a:chExt cx="1733548" cy="1057275"/>
          </a:xfrm>
        </p:grpSpPr>
        <p:sp>
          <p:nvSpPr>
            <p:cNvPr id="6" name="Right Triangle 5"/>
            <p:cNvSpPr/>
            <p:nvPr userDrawn="1"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7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825625"/>
            <a:ext cx="1076483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ar-KW"/>
              <a:t>تحرير أنماط النص الرئيسي</a:t>
            </a:r>
          </a:p>
          <a:p>
            <a:pPr lvl="1"/>
            <a:r>
              <a:rPr lang="ar-KW"/>
              <a:t>المستوى الثاني</a:t>
            </a:r>
          </a:p>
          <a:p>
            <a:pPr lvl="2"/>
            <a:r>
              <a:rPr lang="ar-KW"/>
              <a:t>المستوى الثالث</a:t>
            </a:r>
          </a:p>
          <a:p>
            <a:pPr lvl="2"/>
            <a:endParaRPr lang="en-US"/>
          </a:p>
          <a:p>
            <a:pPr lvl="3"/>
            <a:r>
              <a:rPr lang="ar-KW"/>
              <a:t>المستوى الرابع</a:t>
            </a:r>
            <a:endParaRPr lang="en-US"/>
          </a:p>
          <a:p>
            <a:pPr lvl="4"/>
            <a:r>
              <a:rPr lang="ar-KW"/>
              <a:t>المستوى الخامس</a:t>
            </a:r>
            <a:endParaRPr lang="en-US"/>
          </a:p>
          <a:p>
            <a:pPr lvl="5"/>
            <a:r>
              <a:rPr lang="ar-KW"/>
              <a:t>المستوى السادس</a:t>
            </a:r>
          </a:p>
          <a:p>
            <a:pPr lvl="6"/>
            <a:r>
              <a:rPr lang="ar-KW"/>
              <a:t>المستوى السابع</a:t>
            </a:r>
            <a:endParaRPr lang="en-US"/>
          </a:p>
          <a:p>
            <a:pPr lvl="7"/>
            <a:r>
              <a:rPr lang="ar-KW"/>
              <a:t>المستوى الثامن</a:t>
            </a:r>
            <a:endParaRPr lang="en-US"/>
          </a:p>
          <a:p>
            <a:pPr lvl="8"/>
            <a:r>
              <a:rPr lang="ar-KW"/>
              <a:t>تسعة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512763"/>
            <a:ext cx="10764837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ar-KW"/>
              <a:t>عنوان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rtl="1">
              <a:defRPr/>
            </a:pPr>
            <a:fld id="{DFCF27A5-1A5B-48D3-A060-2758FFBB1ADD}" type="slidenum">
              <a:rPr lang="en-US" sz="1000" smtClean="0">
                <a:solidFill>
                  <a:srgbClr val="7F7F7F"/>
                </a:solidFill>
                <a:sym typeface="+mn-lt"/>
              </a:rPr>
              <a:pPr rtl="1">
                <a:defRPr/>
              </a:pPr>
              <a:t>‹#›</a:t>
            </a:fld>
            <a:endParaRPr lang="en-US" sz="1000">
              <a:solidFill>
                <a:srgbClr val="7F7F7F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69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  <p:sldLayoutId id="2147483712" r:id="rId43"/>
    <p:sldLayoutId id="2147483713" r:id="rId44"/>
    <p:sldLayoutId id="2147483714" r:id="rId45"/>
    <p:sldLayoutId id="2147483715" r:id="rId46"/>
    <p:sldLayoutId id="2147483716" r:id="rId47"/>
    <p:sldLayoutId id="2147483717" r:id="rId48"/>
    <p:sldLayoutId id="2147483718" r:id="rId49"/>
    <p:sldLayoutId id="2147483719" r:id="rId50"/>
    <p:sldLayoutId id="2147483720" r:id="rId51"/>
    <p:sldLayoutId id="2147483721" r:id="rId52"/>
    <p:sldLayoutId id="2147483722" r:id="rId53"/>
    <p:sldLayoutId id="2147483723" r:id="rId54"/>
    <p:sldLayoutId id="2147483724" r:id="rId55"/>
    <p:sldLayoutId id="2147483725" r:id="rId56"/>
    <p:sldLayoutId id="2147483726" r:id="rId57"/>
    <p:sldLayoutId id="2147483727" r:id="rId58"/>
    <p:sldLayoutId id="2147483728" r:id="rId59"/>
    <p:sldLayoutId id="2147483729" r:id="rId60"/>
    <p:sldLayoutId id="2147483730" r:id="rId61"/>
    <p:sldLayoutId id="2147483731" r:id="rId62"/>
    <p:sldLayoutId id="2147483732" r:id="rId63"/>
    <p:sldLayoutId id="2147483733" r:id="rId64"/>
    <p:sldLayoutId id="2147483734" r:id="rId65"/>
    <p:sldLayoutId id="2147483735" r:id="rId66"/>
    <p:sldLayoutId id="2147483736" r:id="rId67"/>
    <p:sldLayoutId id="2147483737" r:id="rId68"/>
    <p:sldLayoutId id="2147483738" r:id="rId69"/>
    <p:sldLayoutId id="2147483739" r:id="rId70"/>
    <p:sldLayoutId id="2147483740" r:id="rId71"/>
    <p:sldLayoutId id="2147483741" r:id="rId7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273370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r" defTabSz="914400" rtl="1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r" defTabSz="914400" rtl="1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r" defTabSz="914400" rtl="1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None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None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r" defTabSz="914400" rtl="1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None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r" defTabSz="914400" rtl="1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None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r" defTabSz="914400" rtl="1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9" Type="http://schemas.openxmlformats.org/officeDocument/2006/relationships/image" Target="../media/image57.png"/><Relationship Id="rId21" Type="http://schemas.openxmlformats.org/officeDocument/2006/relationships/image" Target="../media/image41.png"/><Relationship Id="rId34" Type="http://schemas.openxmlformats.org/officeDocument/2006/relationships/image" Target="../media/image53.png"/><Relationship Id="rId7" Type="http://schemas.openxmlformats.org/officeDocument/2006/relationships/image" Target="../media/image24.pn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2.png"/><Relationship Id="rId38" Type="http://schemas.openxmlformats.org/officeDocument/2006/relationships/image" Target="../media/image56.png"/><Relationship Id="rId2" Type="http://schemas.openxmlformats.org/officeDocument/2006/relationships/image" Target="../media/image16.png"/><Relationship Id="rId16" Type="http://schemas.openxmlformats.org/officeDocument/2006/relationships/image" Target="../media/image18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7.png"/><Relationship Id="rId11" Type="http://schemas.openxmlformats.org/officeDocument/2006/relationships/image" Target="../media/image32.png"/><Relationship Id="rId24" Type="http://schemas.openxmlformats.org/officeDocument/2006/relationships/image" Target="../media/image44.png"/><Relationship Id="rId32" Type="http://schemas.openxmlformats.org/officeDocument/2006/relationships/image" Target="../media/image51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5" Type="http://schemas.openxmlformats.org/officeDocument/2006/relationships/image" Target="../media/image30.png"/><Relationship Id="rId15" Type="http://schemas.openxmlformats.org/officeDocument/2006/relationships/image" Target="../media/image36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4.png"/><Relationship Id="rId10" Type="http://schemas.openxmlformats.org/officeDocument/2006/relationships/image" Target="../media/image21.png"/><Relationship Id="rId19" Type="http://schemas.openxmlformats.org/officeDocument/2006/relationships/image" Target="../media/image39.png"/><Relationship Id="rId31" Type="http://schemas.openxmlformats.org/officeDocument/2006/relationships/image" Target="../media/image50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26.png"/><Relationship Id="rId35" Type="http://schemas.openxmlformats.org/officeDocument/2006/relationships/image" Target="../media/image19.png"/><Relationship Id="rId8" Type="http://schemas.openxmlformats.org/officeDocument/2006/relationships/image" Target="../media/image25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7360" y="2636520"/>
            <a:ext cx="9756648" cy="792480"/>
          </a:xfrm>
        </p:spPr>
        <p:txBody>
          <a:bodyPr vert="horz" lIns="0" tIns="0" rIns="0" bIns="0" anchor="b">
            <a:noAutofit/>
          </a:bodyPr>
          <a:lstStyle/>
          <a:p>
            <a:pPr algn="r" rtl="1"/>
            <a:r>
              <a:rPr lang="ar-SA" sz="4800" dirty="0">
                <a:latin typeface="Markazi Text Medium" pitchFamily="2" charset="-78"/>
                <a:cs typeface="Markazi Text Medium" pitchFamily="2" charset="-78"/>
              </a:rPr>
              <a:t>اجتماع قادة قطاع بناء القدرات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727448" y="3529584"/>
            <a:ext cx="6766560" cy="487680"/>
          </a:xfrm>
        </p:spPr>
        <p:txBody>
          <a:bodyPr lIns="0" tIns="0" rIns="0" bIns="0" anchor="t">
            <a:noAutofit/>
          </a:bodyPr>
          <a:lstStyle/>
          <a:p>
            <a:pPr algn="r" rtl="1"/>
            <a:r>
              <a:rPr lang="ar-SA" sz="2400" dirty="0">
                <a:solidFill>
                  <a:srgbClr val="FFFFFF"/>
                </a:solidFill>
                <a:latin typeface="Markazi Text Medium" pitchFamily="2" charset="-78"/>
                <a:cs typeface="Markazi Text Medium" pitchFamily="2" charset="-78"/>
              </a:rPr>
              <a:t>[تاريخ الاجتماع]</a:t>
            </a:r>
          </a:p>
        </p:txBody>
      </p:sp>
    </p:spTree>
    <p:extLst>
      <p:ext uri="{BB962C8B-B14F-4D97-AF65-F5344CB8AC3E}">
        <p14:creationId xmlns:p14="http://schemas.microsoft.com/office/powerpoint/2010/main" val="233941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Markazi Text SemiBold" pitchFamily="2" charset="-78"/>
                <a:cs typeface="Markazi Text SemiBold" pitchFamily="2" charset="-78"/>
              </a:rPr>
              <a:t>دليل استخدام القالب</a:t>
            </a:r>
          </a:p>
        </p:txBody>
      </p:sp>
      <p:sp>
        <p:nvSpPr>
          <p:cNvPr id="3" name="تنبيه الإخفاء"/>
          <p:cNvSpPr/>
          <p:nvPr/>
        </p:nvSpPr>
        <p:spPr>
          <a:xfrm>
            <a:off x="731520" y="841248"/>
            <a:ext cx="2313833" cy="347472"/>
          </a:xfrm>
          <a:prstGeom prst="roundRect">
            <a:avLst>
              <a:gd name="adj" fmla="val 50000"/>
            </a:avLst>
          </a:prstGeom>
          <a:solidFill>
            <a:srgbClr val="DCF3E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/>
            <a:r>
              <a:rPr lang="ar-SA" sz="1400" dirty="0">
                <a:solidFill>
                  <a:srgbClr val="067E6E"/>
                </a:solidFill>
                <a:latin typeface="Markazi Text SemiBold" pitchFamily="2" charset="-78"/>
                <a:cs typeface="Markazi Text SemiBold" pitchFamily="2" charset="-78"/>
              </a:rPr>
              <a:t>شريحة مخفية لا تظهر أثناء العرض</a:t>
            </a:r>
          </a:p>
        </p:txBody>
      </p:sp>
      <p:grpSp>
        <p:nvGrpSpPr>
          <p:cNvPr id="10" name="خطوة 1"/>
          <p:cNvGrpSpPr/>
          <p:nvPr/>
        </p:nvGrpSpPr>
        <p:grpSpPr>
          <a:xfrm>
            <a:off x="8652510" y="1700784"/>
            <a:ext cx="2411730" cy="1920240"/>
            <a:chOff x="8652510" y="1700784"/>
            <a:chExt cx="2411730" cy="1920240"/>
          </a:xfrm>
        </p:grpSpPr>
        <p:sp>
          <p:nvSpPr>
            <p:cNvPr id="4" name="خلفية الخطوة"/>
            <p:cNvSpPr/>
            <p:nvPr/>
          </p:nvSpPr>
          <p:spPr>
            <a:xfrm>
              <a:off x="8652510" y="1700784"/>
              <a:ext cx="2411730" cy="1920240"/>
            </a:xfrm>
            <a:prstGeom prst="roundRect">
              <a:avLst>
                <a:gd name="adj" fmla="val 476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>
              <a:outerShdw blurRad="76200" dist="19050" dir="5400000" algn="t" rotWithShape="0">
                <a:srgbClr val="000000">
                  <a:alpha val="12000"/>
                </a:srgbClr>
              </a:outerShdw>
            </a:effectLst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5" name="شريط علوي"/>
            <p:cNvSpPr/>
            <p:nvPr/>
          </p:nvSpPr>
          <p:spPr>
            <a:xfrm>
              <a:off x="8652510" y="1700784"/>
              <a:ext cx="2411730" cy="64008"/>
            </a:xfrm>
            <a:prstGeom prst="rect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6" name="رقم الخطوة"/>
            <p:cNvSpPr/>
            <p:nvPr/>
          </p:nvSpPr>
          <p:spPr>
            <a:xfrm>
              <a:off x="10460736" y="1920240"/>
              <a:ext cx="438912" cy="438912"/>
            </a:xfrm>
            <a:prstGeom prst="ellipse">
              <a:avLst/>
            </a:prstGeom>
            <a:solidFill>
              <a:srgbClr val="202B5D"/>
            </a:solidFill>
            <a:ln w="25400">
              <a:solidFill>
                <a:srgbClr val="202B5D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20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1</a:t>
              </a:r>
            </a:p>
          </p:txBody>
        </p:sp>
        <p:pic>
          <p:nvPicPr>
            <p:cNvPr id="7" name="Picture 6" descr="kanba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19888" y="1901952"/>
              <a:ext cx="469916" cy="475488"/>
            </a:xfrm>
            <a:prstGeom prst="rect">
              <a:avLst/>
            </a:prstGeom>
          </p:spPr>
        </p:pic>
        <p:sp>
          <p:nvSpPr>
            <p:cNvPr id="8" name="عنوان الخطوة"/>
            <p:cNvSpPr txBox="1"/>
            <p:nvPr/>
          </p:nvSpPr>
          <p:spPr>
            <a:xfrm>
              <a:off x="8798814" y="2432304"/>
              <a:ext cx="211912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9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انسخ شريحة الإدارة</a:t>
              </a:r>
            </a:p>
          </p:txBody>
        </p:sp>
        <p:sp>
          <p:nvSpPr>
            <p:cNvPr id="9" name="شرح الخطوة"/>
            <p:cNvSpPr txBox="1"/>
            <p:nvPr/>
          </p:nvSpPr>
          <p:spPr>
            <a:xfrm>
              <a:off x="8798814" y="2816352"/>
              <a:ext cx="2119122" cy="7498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 rtl="1">
                <a:lnSpc>
                  <a:spcPct val="95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حدّد شريحة «[اسم الإدارة]» واضغط Ctrl/Cmd + D، ثم اكتب اسم إدارتك في العنوان</a:t>
              </a:r>
            </a:p>
          </p:txBody>
        </p:sp>
      </p:grpSp>
      <p:grpSp>
        <p:nvGrpSpPr>
          <p:cNvPr id="17" name="خطوة 2"/>
          <p:cNvGrpSpPr/>
          <p:nvPr/>
        </p:nvGrpSpPr>
        <p:grpSpPr>
          <a:xfrm>
            <a:off x="6012180" y="1700784"/>
            <a:ext cx="2411730" cy="1920240"/>
            <a:chOff x="6012180" y="1700784"/>
            <a:chExt cx="2411730" cy="1920240"/>
          </a:xfrm>
        </p:grpSpPr>
        <p:sp>
          <p:nvSpPr>
            <p:cNvPr id="11" name="خلفية الخطوة"/>
            <p:cNvSpPr/>
            <p:nvPr/>
          </p:nvSpPr>
          <p:spPr>
            <a:xfrm>
              <a:off x="6012180" y="1700784"/>
              <a:ext cx="2411730" cy="1920240"/>
            </a:xfrm>
            <a:prstGeom prst="roundRect">
              <a:avLst>
                <a:gd name="adj" fmla="val 476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>
              <a:outerShdw blurRad="76200" dist="19050" dir="5400000" algn="t" rotWithShape="0">
                <a:srgbClr val="000000">
                  <a:alpha val="12000"/>
                </a:srgbClr>
              </a:outerShdw>
            </a:effectLst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2" name="شريط علوي"/>
            <p:cNvSpPr/>
            <p:nvPr/>
          </p:nvSpPr>
          <p:spPr>
            <a:xfrm>
              <a:off x="6012180" y="1700784"/>
              <a:ext cx="2411730" cy="64008"/>
            </a:xfrm>
            <a:prstGeom prst="rect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3" name="رقم الخطوة"/>
            <p:cNvSpPr/>
            <p:nvPr/>
          </p:nvSpPr>
          <p:spPr>
            <a:xfrm>
              <a:off x="7820406" y="1920240"/>
              <a:ext cx="438912" cy="438912"/>
            </a:xfrm>
            <a:prstGeom prst="ellipse">
              <a:avLst/>
            </a:prstGeom>
            <a:solidFill>
              <a:srgbClr val="202B5D"/>
            </a:solidFill>
            <a:ln w="25400">
              <a:solidFill>
                <a:srgbClr val="202B5D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20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2</a:t>
              </a:r>
            </a:p>
          </p:txBody>
        </p:sp>
        <p:pic>
          <p:nvPicPr>
            <p:cNvPr id="14" name="Picture 13" descr="document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9558" y="1901952"/>
              <a:ext cx="469916" cy="475488"/>
            </a:xfrm>
            <a:prstGeom prst="rect">
              <a:avLst/>
            </a:prstGeom>
          </p:spPr>
        </p:pic>
        <p:sp>
          <p:nvSpPr>
            <p:cNvPr id="15" name="عنوان الخطوة"/>
            <p:cNvSpPr txBox="1"/>
            <p:nvPr/>
          </p:nvSpPr>
          <p:spPr>
            <a:xfrm>
              <a:off x="6158484" y="2432304"/>
              <a:ext cx="211912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9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اكتب المهام</a:t>
              </a:r>
            </a:p>
          </p:txBody>
        </p:sp>
        <p:sp>
          <p:nvSpPr>
            <p:cNvPr id="16" name="شرح الخطوة"/>
            <p:cNvSpPr txBox="1"/>
            <p:nvPr/>
          </p:nvSpPr>
          <p:spPr>
            <a:xfrm>
              <a:off x="6158484" y="2816352"/>
              <a:ext cx="2119122" cy="7498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 rtl="1">
                <a:lnSpc>
                  <a:spcPct val="95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مهمة في كل صف، وسطر أو سطران في كل خانة، مع تاريخ فعلي للجاهزية لا مدة</a:t>
              </a:r>
            </a:p>
          </p:txBody>
        </p:sp>
      </p:grpSp>
      <p:grpSp>
        <p:nvGrpSpPr>
          <p:cNvPr id="24" name="خطوة 3"/>
          <p:cNvGrpSpPr/>
          <p:nvPr/>
        </p:nvGrpSpPr>
        <p:grpSpPr>
          <a:xfrm>
            <a:off x="3371850" y="1700784"/>
            <a:ext cx="2411730" cy="1920240"/>
            <a:chOff x="3371850" y="1700784"/>
            <a:chExt cx="2411730" cy="1920240"/>
          </a:xfrm>
        </p:grpSpPr>
        <p:sp>
          <p:nvSpPr>
            <p:cNvPr id="18" name="خلفية الخطوة"/>
            <p:cNvSpPr/>
            <p:nvPr/>
          </p:nvSpPr>
          <p:spPr>
            <a:xfrm>
              <a:off x="3371850" y="1700784"/>
              <a:ext cx="2411730" cy="1920240"/>
            </a:xfrm>
            <a:prstGeom prst="roundRect">
              <a:avLst>
                <a:gd name="adj" fmla="val 476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>
              <a:outerShdw blurRad="76200" dist="19050" dir="5400000" algn="t" rotWithShape="0">
                <a:srgbClr val="000000">
                  <a:alpha val="12000"/>
                </a:srgbClr>
              </a:outerShdw>
            </a:effectLst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9" name="شريط علوي"/>
            <p:cNvSpPr/>
            <p:nvPr/>
          </p:nvSpPr>
          <p:spPr>
            <a:xfrm>
              <a:off x="3371850" y="1700784"/>
              <a:ext cx="2411730" cy="64008"/>
            </a:xfrm>
            <a:prstGeom prst="rect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0" name="رقم الخطوة"/>
            <p:cNvSpPr/>
            <p:nvPr/>
          </p:nvSpPr>
          <p:spPr>
            <a:xfrm>
              <a:off x="5180076" y="1920240"/>
              <a:ext cx="438912" cy="438912"/>
            </a:xfrm>
            <a:prstGeom prst="ellipse">
              <a:avLst/>
            </a:prstGeom>
            <a:solidFill>
              <a:srgbClr val="202B5D"/>
            </a:solidFill>
            <a:ln w="25400">
              <a:solidFill>
                <a:srgbClr val="202B5D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20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3</a:t>
              </a:r>
            </a:p>
          </p:txBody>
        </p:sp>
        <p:pic>
          <p:nvPicPr>
            <p:cNvPr id="21" name="Picture 20" descr="analytics_clou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4518" y="1901952"/>
              <a:ext cx="399336" cy="475488"/>
            </a:xfrm>
            <a:prstGeom prst="rect">
              <a:avLst/>
            </a:prstGeom>
          </p:spPr>
        </p:pic>
        <p:sp>
          <p:nvSpPr>
            <p:cNvPr id="22" name="عنوان الخطوة"/>
            <p:cNvSpPr txBox="1"/>
            <p:nvPr/>
          </p:nvSpPr>
          <p:spPr>
            <a:xfrm>
              <a:off x="3518154" y="2432304"/>
              <a:ext cx="211912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9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حدّث نسبة الإنجاز</a:t>
              </a:r>
            </a:p>
          </p:txBody>
        </p:sp>
        <p:sp>
          <p:nvSpPr>
            <p:cNvPr id="23" name="شرح الخطوة"/>
            <p:cNvSpPr txBox="1"/>
            <p:nvPr/>
          </p:nvSpPr>
          <p:spPr>
            <a:xfrm>
              <a:off x="3518154" y="2816352"/>
              <a:ext cx="2119122" cy="7498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 rtl="1">
                <a:lnSpc>
                  <a:spcPct val="95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اكتب النسبة، ثم اسحب المقبض الأصفر للقوس، أو انسخ حلقة جاهزة من شريحة العناصر</a:t>
              </a:r>
            </a:p>
          </p:txBody>
        </p:sp>
      </p:grpSp>
      <p:grpSp>
        <p:nvGrpSpPr>
          <p:cNvPr id="31" name="خطوة 4"/>
          <p:cNvGrpSpPr/>
          <p:nvPr/>
        </p:nvGrpSpPr>
        <p:grpSpPr>
          <a:xfrm>
            <a:off x="731520" y="1700784"/>
            <a:ext cx="2411730" cy="1920240"/>
            <a:chOff x="731520" y="1700784"/>
            <a:chExt cx="2411730" cy="1920240"/>
          </a:xfrm>
        </p:grpSpPr>
        <p:sp>
          <p:nvSpPr>
            <p:cNvPr id="25" name="خلفية الخطوة"/>
            <p:cNvSpPr/>
            <p:nvPr/>
          </p:nvSpPr>
          <p:spPr>
            <a:xfrm>
              <a:off x="731520" y="1700784"/>
              <a:ext cx="2411730" cy="1920240"/>
            </a:xfrm>
            <a:prstGeom prst="roundRect">
              <a:avLst>
                <a:gd name="adj" fmla="val 476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>
              <a:outerShdw blurRad="76200" dist="19050" dir="5400000" algn="t" rotWithShape="0">
                <a:srgbClr val="000000">
                  <a:alpha val="12000"/>
                </a:srgbClr>
              </a:outerShdw>
            </a:effectLst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6" name="شريط علوي"/>
            <p:cNvSpPr/>
            <p:nvPr/>
          </p:nvSpPr>
          <p:spPr>
            <a:xfrm>
              <a:off x="731520" y="1700784"/>
              <a:ext cx="2411730" cy="64008"/>
            </a:xfrm>
            <a:prstGeom prst="rect">
              <a:avLst/>
            </a:prstGeom>
            <a:solidFill>
              <a:srgbClr val="8C93AE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7" name="رقم الخطوة"/>
            <p:cNvSpPr/>
            <p:nvPr/>
          </p:nvSpPr>
          <p:spPr>
            <a:xfrm>
              <a:off x="2539746" y="1920240"/>
              <a:ext cx="438912" cy="438912"/>
            </a:xfrm>
            <a:prstGeom prst="ellipse">
              <a:avLst/>
            </a:prstGeom>
            <a:solidFill>
              <a:srgbClr val="202B5D"/>
            </a:solidFill>
            <a:ln w="25400">
              <a:solidFill>
                <a:srgbClr val="202B5D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20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4</a:t>
              </a:r>
            </a:p>
          </p:txBody>
        </p:sp>
        <p:pic>
          <p:nvPicPr>
            <p:cNvPr id="28" name="Picture 27" descr="support_agen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973" y="1901952"/>
              <a:ext cx="419767" cy="475488"/>
            </a:xfrm>
            <a:prstGeom prst="rect">
              <a:avLst/>
            </a:prstGeom>
          </p:spPr>
        </p:pic>
        <p:sp>
          <p:nvSpPr>
            <p:cNvPr id="29" name="عنوان الخطوة"/>
            <p:cNvSpPr txBox="1"/>
            <p:nvPr/>
          </p:nvSpPr>
          <p:spPr>
            <a:xfrm>
              <a:off x="877824" y="2432304"/>
              <a:ext cx="211912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9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أضف التحديات عند الحاجة</a:t>
              </a:r>
            </a:p>
          </p:txBody>
        </p:sp>
        <p:sp>
          <p:nvSpPr>
            <p:cNvPr id="30" name="شرح الخطوة"/>
            <p:cNvSpPr txBox="1"/>
            <p:nvPr/>
          </p:nvSpPr>
          <p:spPr>
            <a:xfrm>
              <a:off x="877824" y="2816352"/>
              <a:ext cx="2119122" cy="7498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 rtl="1">
                <a:lnSpc>
                  <a:spcPct val="95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شريحة اختيارية: التحدي وأثره والدعم المطلوب من القادة وموعده</a:t>
              </a:r>
            </a:p>
          </p:txBody>
        </p:sp>
      </p:grpSp>
      <p:grpSp>
        <p:nvGrpSpPr>
          <p:cNvPr id="47" name="قواعد التوحيد"/>
          <p:cNvGrpSpPr/>
          <p:nvPr/>
        </p:nvGrpSpPr>
        <p:grpSpPr>
          <a:xfrm>
            <a:off x="4892040" y="3767328"/>
            <a:ext cx="6172200" cy="2130552"/>
            <a:chOff x="4892040" y="3767328"/>
            <a:chExt cx="6172200" cy="2130552"/>
          </a:xfrm>
        </p:grpSpPr>
        <p:sp>
          <p:nvSpPr>
            <p:cNvPr id="32" name="خلفية القواعد"/>
            <p:cNvSpPr/>
            <p:nvPr/>
          </p:nvSpPr>
          <p:spPr>
            <a:xfrm>
              <a:off x="4892040" y="3767328"/>
              <a:ext cx="6172200" cy="2130552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3" name="علامة القسم"/>
            <p:cNvSpPr/>
            <p:nvPr/>
          </p:nvSpPr>
          <p:spPr>
            <a:xfrm>
              <a:off x="10844784" y="3922776"/>
              <a:ext cx="54864" cy="237744"/>
            </a:xfrm>
            <a:prstGeom prst="rect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4" name="قسم قواعد التوحيد"/>
            <p:cNvSpPr txBox="1"/>
            <p:nvPr/>
          </p:nvSpPr>
          <p:spPr>
            <a:xfrm>
              <a:off x="9669375" y="3858768"/>
              <a:ext cx="1083969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 rtl="1"/>
              <a:r>
                <a:rPr lang="ar-SA" sz="17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قواعد التوحيد</a:t>
              </a:r>
            </a:p>
          </p:txBody>
        </p:sp>
        <p:sp>
          <p:nvSpPr>
            <p:cNvPr id="35" name="نقطة"/>
            <p:cNvSpPr/>
            <p:nvPr/>
          </p:nvSpPr>
          <p:spPr>
            <a:xfrm>
              <a:off x="10744200" y="4343400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6" name="قاعدة"/>
            <p:cNvSpPr txBox="1"/>
            <p:nvPr/>
          </p:nvSpPr>
          <p:spPr>
            <a:xfrm>
              <a:off x="5056632" y="4242816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شريحة واحدة لكل إدارة، وست مهام بحد أقصى</a:t>
              </a:r>
            </a:p>
          </p:txBody>
        </p:sp>
        <p:sp>
          <p:nvSpPr>
            <p:cNvPr id="37" name="نقطة"/>
            <p:cNvSpPr/>
            <p:nvPr/>
          </p:nvSpPr>
          <p:spPr>
            <a:xfrm>
              <a:off x="10744200" y="4590288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8" name="قاعدة"/>
            <p:cNvSpPr txBox="1"/>
            <p:nvPr/>
          </p:nvSpPr>
          <p:spPr>
            <a:xfrm>
              <a:off x="5056632" y="4489704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المهمة المكتملة نسبتها 100% وجاهزيتها «جاهزة»</a:t>
              </a:r>
            </a:p>
          </p:txBody>
        </p:sp>
        <p:sp>
          <p:nvSpPr>
            <p:cNvPr id="39" name="نقطة"/>
            <p:cNvSpPr/>
            <p:nvPr/>
          </p:nvSpPr>
          <p:spPr>
            <a:xfrm>
              <a:off x="10744200" y="4837176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0" name="قاعدة"/>
            <p:cNvSpPr txBox="1"/>
            <p:nvPr/>
          </p:nvSpPr>
          <p:spPr>
            <a:xfrm>
              <a:off x="5056632" y="4736592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المهام التي لم تبدأ تُنقل إلى قسم «لم تبدأ» أسفل الجدول</a:t>
              </a:r>
            </a:p>
          </p:txBody>
        </p:sp>
        <p:sp>
          <p:nvSpPr>
            <p:cNvPr id="41" name="نقطة"/>
            <p:cNvSpPr/>
            <p:nvPr/>
          </p:nvSpPr>
          <p:spPr>
            <a:xfrm>
              <a:off x="10744200" y="5084064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2" name="قاعدة"/>
            <p:cNvSpPr txBox="1"/>
            <p:nvPr/>
          </p:nvSpPr>
          <p:spPr>
            <a:xfrm>
              <a:off x="5056632" y="4983480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لإضافة صف: حدّد الصف ثم Ctrl/Cmd + D وحرّكه للأسفل، ومدّد شريط المجموعة</a:t>
              </a:r>
            </a:p>
          </p:txBody>
        </p:sp>
        <p:sp>
          <p:nvSpPr>
            <p:cNvPr id="43" name="نقطة"/>
            <p:cNvSpPr/>
            <p:nvPr/>
          </p:nvSpPr>
          <p:spPr>
            <a:xfrm>
              <a:off x="10744200" y="5330952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4" name="قاعدة"/>
            <p:cNvSpPr txBox="1"/>
            <p:nvPr/>
          </p:nvSpPr>
          <p:spPr>
            <a:xfrm>
              <a:off x="5056632" y="5230368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لا تغيّر الخط أو الألوان أو عرض الأعمدة</a:t>
              </a:r>
            </a:p>
          </p:txBody>
        </p:sp>
        <p:sp>
          <p:nvSpPr>
            <p:cNvPr id="45" name="نقطة"/>
            <p:cNvSpPr/>
            <p:nvPr/>
          </p:nvSpPr>
          <p:spPr>
            <a:xfrm>
              <a:off x="10744200" y="5577840"/>
              <a:ext cx="82296" cy="82296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6" name="قاعدة"/>
            <p:cNvSpPr txBox="1"/>
            <p:nvPr/>
          </p:nvSpPr>
          <p:spPr>
            <a:xfrm>
              <a:off x="5056632" y="5477256"/>
              <a:ext cx="556869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الأيقونات والحلقات الجاهزة في شريحة «العناصر الجاهزة» المخفية آخر العرض</a:t>
              </a:r>
            </a:p>
          </p:txBody>
        </p:sp>
      </p:grpSp>
      <p:grpSp>
        <p:nvGrpSpPr>
          <p:cNvPr id="63" name="دلالة الألوان"/>
          <p:cNvGrpSpPr/>
          <p:nvPr/>
        </p:nvGrpSpPr>
        <p:grpSpPr>
          <a:xfrm>
            <a:off x="731520" y="3767328"/>
            <a:ext cx="3931920" cy="2130552"/>
            <a:chOff x="731520" y="3767328"/>
            <a:chExt cx="3931920" cy="2130552"/>
          </a:xfrm>
        </p:grpSpPr>
        <p:sp>
          <p:nvSpPr>
            <p:cNvPr id="48" name="خلفية الدلالة"/>
            <p:cNvSpPr/>
            <p:nvPr/>
          </p:nvSpPr>
          <p:spPr>
            <a:xfrm>
              <a:off x="731520" y="3767328"/>
              <a:ext cx="3931920" cy="2130552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9" name="علامة القسم"/>
            <p:cNvSpPr/>
            <p:nvPr/>
          </p:nvSpPr>
          <p:spPr>
            <a:xfrm>
              <a:off x="4443984" y="3922776"/>
              <a:ext cx="54864" cy="237744"/>
            </a:xfrm>
            <a:prstGeom prst="rect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50" name="قسم دلالة الألوان والرموز"/>
            <p:cNvSpPr txBox="1"/>
            <p:nvPr/>
          </p:nvSpPr>
          <p:spPr>
            <a:xfrm>
              <a:off x="2932180" y="3858768"/>
              <a:ext cx="1420364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 rtl="1"/>
              <a:r>
                <a:rPr lang="ar-SA" sz="17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دلالة الألوان والرموز</a:t>
              </a:r>
            </a:p>
          </p:txBody>
        </p:sp>
        <p:sp>
          <p:nvSpPr>
            <p:cNvPr id="51" name="Shape"/>
            <p:cNvSpPr/>
            <p:nvPr/>
          </p:nvSpPr>
          <p:spPr>
            <a:xfrm>
              <a:off x="4069080" y="4261104"/>
              <a:ext cx="246888" cy="246888"/>
            </a:xfrm>
            <a:prstGeom prst="donut">
              <a:avLst>
                <a:gd name="adj" fmla="val 19259"/>
              </a:avLst>
            </a:prstGeom>
            <a:solidFill>
              <a:srgbClr val="1E9E62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2" name="معنى"/>
            <p:cNvSpPr txBox="1"/>
            <p:nvPr/>
          </p:nvSpPr>
          <p:spPr>
            <a:xfrm>
              <a:off x="896112" y="4242816"/>
              <a:ext cx="287121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مهمة مكتملة</a:t>
              </a:r>
            </a:p>
          </p:txBody>
        </p:sp>
        <p:sp>
          <p:nvSpPr>
            <p:cNvPr id="53" name="Shape"/>
            <p:cNvSpPr/>
            <p:nvPr/>
          </p:nvSpPr>
          <p:spPr>
            <a:xfrm>
              <a:off x="4069080" y="4507992"/>
              <a:ext cx="246888" cy="246888"/>
            </a:xfrm>
            <a:prstGeom prst="donut">
              <a:avLst>
                <a:gd name="adj" fmla="val 19259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4" name="Shape"/>
            <p:cNvSpPr/>
            <p:nvPr/>
          </p:nvSpPr>
          <p:spPr>
            <a:xfrm>
              <a:off x="4069080" y="4507992"/>
              <a:ext cx="246888" cy="246888"/>
            </a:xfrm>
            <a:prstGeom prst="blockArc">
              <a:avLst>
                <a:gd name="adj1" fmla="val 16200000"/>
                <a:gd name="adj2" fmla="val 7560000"/>
                <a:gd name="adj3" fmla="val 19259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5" name="معنى"/>
            <p:cNvSpPr txBox="1"/>
            <p:nvPr/>
          </p:nvSpPr>
          <p:spPr>
            <a:xfrm>
              <a:off x="896112" y="4489704"/>
              <a:ext cx="287121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مهمة جارية</a:t>
              </a:r>
            </a:p>
          </p:txBody>
        </p:sp>
        <p:sp>
          <p:nvSpPr>
            <p:cNvPr id="56" name="Box"/>
            <p:cNvSpPr/>
            <p:nvPr/>
          </p:nvSpPr>
          <p:spPr>
            <a:xfrm>
              <a:off x="3913632" y="4768596"/>
              <a:ext cx="566928" cy="219456"/>
            </a:xfrm>
            <a:prstGeom prst="roundRect">
              <a:avLst>
                <a:gd name="adj" fmla="val 20833"/>
              </a:avLst>
            </a:prstGeom>
            <a:solidFill>
              <a:srgbClr val="8C93AE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57" name="معنى"/>
            <p:cNvSpPr txBox="1"/>
            <p:nvPr/>
          </p:nvSpPr>
          <p:spPr>
            <a:xfrm>
              <a:off x="896112" y="4736592"/>
              <a:ext cx="287121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مهمة لم تبدأ</a:t>
              </a:r>
            </a:p>
          </p:txBody>
        </p:sp>
        <p:sp>
          <p:nvSpPr>
            <p:cNvPr id="58" name="Box"/>
            <p:cNvSpPr/>
            <p:nvPr/>
          </p:nvSpPr>
          <p:spPr>
            <a:xfrm>
              <a:off x="4215384" y="5015484"/>
              <a:ext cx="265176" cy="219456"/>
            </a:xfrm>
            <a:prstGeom prst="roundRect">
              <a:avLst>
                <a:gd name="adj" fmla="val 20833"/>
              </a:avLst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59" name="Box"/>
            <p:cNvSpPr/>
            <p:nvPr/>
          </p:nvSpPr>
          <p:spPr>
            <a:xfrm>
              <a:off x="3913632" y="5015484"/>
              <a:ext cx="265176" cy="219456"/>
            </a:xfrm>
            <a:prstGeom prst="roundRect">
              <a:avLst>
                <a:gd name="adj" fmla="val 20833"/>
              </a:avLst>
            </a:prstGeom>
            <a:solidFill>
              <a:srgbClr val="067E6E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60" name="معنى"/>
            <p:cNvSpPr txBox="1"/>
            <p:nvPr/>
          </p:nvSpPr>
          <p:spPr>
            <a:xfrm>
              <a:off x="896112" y="4983480"/>
              <a:ext cx="287121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شريط مجموعة المهام</a:t>
              </a:r>
            </a:p>
          </p:txBody>
        </p:sp>
        <p:sp>
          <p:nvSpPr>
            <p:cNvPr id="61" name="Box"/>
            <p:cNvSpPr/>
            <p:nvPr/>
          </p:nvSpPr>
          <p:spPr>
            <a:xfrm>
              <a:off x="4096512" y="5289804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62" name="معنى"/>
            <p:cNvSpPr txBox="1"/>
            <p:nvPr/>
          </p:nvSpPr>
          <p:spPr>
            <a:xfrm>
              <a:off x="896112" y="5230368"/>
              <a:ext cx="2871216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الخطوة القادمة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Markazi Text SemiBold" pitchFamily="2" charset="-78"/>
                <a:cs typeface="Markazi Text SemiBold" pitchFamily="2" charset="-78"/>
              </a:rPr>
              <a:t>[اسم الإدارة]</a:t>
            </a:r>
          </a:p>
        </p:txBody>
      </p:sp>
      <p:grpSp>
        <p:nvGrpSpPr>
          <p:cNvPr id="9" name="رأس الجدول"/>
          <p:cNvGrpSpPr/>
          <p:nvPr/>
        </p:nvGrpSpPr>
        <p:grpSpPr>
          <a:xfrm>
            <a:off x="731520" y="1700784"/>
            <a:ext cx="10332720" cy="347472"/>
            <a:chOff x="731520" y="1700784"/>
            <a:chExt cx="10332720" cy="347472"/>
          </a:xfrm>
        </p:grpSpPr>
        <p:sp>
          <p:nvSpPr>
            <p:cNvPr id="3" name="خلفية الرأس"/>
            <p:cNvSpPr/>
            <p:nvPr/>
          </p:nvSpPr>
          <p:spPr>
            <a:xfrm>
              <a:off x="731520" y="1700784"/>
              <a:ext cx="10332720" cy="347472"/>
            </a:xfrm>
            <a:prstGeom prst="roundRect">
              <a:avLst>
                <a:gd name="adj" fmla="val 15789"/>
              </a:avLst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" name="عمود المهمة"/>
            <p:cNvSpPr txBox="1"/>
            <p:nvPr/>
          </p:nvSpPr>
          <p:spPr>
            <a:xfrm>
              <a:off x="7845552" y="1700784"/>
              <a:ext cx="2542032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المهمة</a:t>
              </a:r>
            </a:p>
          </p:txBody>
        </p:sp>
        <p:sp>
          <p:nvSpPr>
            <p:cNvPr id="5" name="عمود الإنجاز"/>
            <p:cNvSpPr txBox="1"/>
            <p:nvPr/>
          </p:nvSpPr>
          <p:spPr>
            <a:xfrm>
              <a:off x="6976872" y="1700784"/>
              <a:ext cx="758952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الإنجاز</a:t>
              </a:r>
            </a:p>
          </p:txBody>
        </p:sp>
        <p:sp>
          <p:nvSpPr>
            <p:cNvPr id="6" name="عمود ما تم"/>
            <p:cNvSpPr txBox="1"/>
            <p:nvPr/>
          </p:nvSpPr>
          <p:spPr>
            <a:xfrm>
              <a:off x="4599432" y="1700784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ما تم</a:t>
              </a:r>
            </a:p>
          </p:txBody>
        </p:sp>
        <p:sp>
          <p:nvSpPr>
            <p:cNvPr id="7" name="عمود الخطوة القادمة"/>
            <p:cNvSpPr txBox="1"/>
            <p:nvPr/>
          </p:nvSpPr>
          <p:spPr>
            <a:xfrm>
              <a:off x="2084832" y="1700784"/>
              <a:ext cx="2350008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الخطوة القادمة</a:t>
              </a:r>
            </a:p>
          </p:txBody>
        </p:sp>
        <p:sp>
          <p:nvSpPr>
            <p:cNvPr id="8" name="عمود الجاهزية"/>
            <p:cNvSpPr txBox="1"/>
            <p:nvPr/>
          </p:nvSpPr>
          <p:spPr>
            <a:xfrm>
              <a:off x="786384" y="1700784"/>
              <a:ext cx="1188720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الجاهزية</a:t>
              </a:r>
            </a:p>
          </p:txBody>
        </p:sp>
      </p:grpSp>
      <p:grpSp>
        <p:nvGrpSpPr>
          <p:cNvPr id="26" name="صف مهمة 1"/>
          <p:cNvGrpSpPr/>
          <p:nvPr/>
        </p:nvGrpSpPr>
        <p:grpSpPr>
          <a:xfrm>
            <a:off x="731520" y="2048256"/>
            <a:ext cx="9765792" cy="566928"/>
            <a:chOff x="731520" y="2048256"/>
            <a:chExt cx="9765792" cy="566928"/>
          </a:xfrm>
        </p:grpSpPr>
        <p:sp>
          <p:nvSpPr>
            <p:cNvPr id="10" name="خلفية الصف"/>
            <p:cNvSpPr/>
            <p:nvPr/>
          </p:nvSpPr>
          <p:spPr>
            <a:xfrm>
              <a:off x="731520" y="2048256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11" name="فاصل عمود"/>
            <p:cNvCxnSpPr/>
            <p:nvPr/>
          </p:nvCxnSpPr>
          <p:spPr>
            <a:xfrm>
              <a:off x="7790688" y="2103120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2" name="فاصل عمود"/>
            <p:cNvCxnSpPr/>
            <p:nvPr/>
          </p:nvCxnSpPr>
          <p:spPr>
            <a:xfrm>
              <a:off x="6922008" y="2103120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3" name="فاصل عمود"/>
            <p:cNvCxnSpPr/>
            <p:nvPr/>
          </p:nvCxnSpPr>
          <p:spPr>
            <a:xfrm>
              <a:off x="4544568" y="2103120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4" name="فاصل عمود"/>
            <p:cNvCxnSpPr/>
            <p:nvPr/>
          </p:nvCxnSpPr>
          <p:spPr>
            <a:xfrm>
              <a:off x="2029968" y="2103120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15" name="Picture 14" descr="elearnin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32124" y="2185416"/>
              <a:ext cx="254889" cy="292608"/>
            </a:xfrm>
            <a:prstGeom prst="rect">
              <a:avLst/>
            </a:prstGeom>
          </p:spPr>
        </p:pic>
        <p:sp>
          <p:nvSpPr>
            <p:cNvPr id="16" name="المهمة"/>
            <p:cNvSpPr txBox="1"/>
            <p:nvPr/>
          </p:nvSpPr>
          <p:spPr>
            <a:xfrm>
              <a:off x="7845552" y="2048256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</p:txBody>
        </p:sp>
        <p:grpSp>
          <p:nvGrpSpPr>
            <p:cNvPr id="20" name="حلقة الإنجاز 100%"/>
            <p:cNvGrpSpPr/>
            <p:nvPr/>
          </p:nvGrpSpPr>
          <p:grpSpPr>
            <a:xfrm>
              <a:off x="6949440" y="2148840"/>
              <a:ext cx="749808" cy="365760"/>
              <a:chOff x="6949440" y="2148840"/>
              <a:chExt cx="749808" cy="365760"/>
            </a:xfrm>
          </p:grpSpPr>
          <p:sp>
            <p:nvSpPr>
              <p:cNvPr id="17" name="مسار الحلقة"/>
              <p:cNvSpPr/>
              <p:nvPr/>
            </p:nvSpPr>
            <p:spPr>
              <a:xfrm>
                <a:off x="7406640" y="2185416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8" name="الحلقة مكتملة"/>
              <p:cNvSpPr/>
              <p:nvPr/>
            </p:nvSpPr>
            <p:spPr>
              <a:xfrm>
                <a:off x="7406640" y="2185416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1E9E62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9" name="النسبة"/>
              <p:cNvSpPr txBox="1"/>
              <p:nvPr/>
            </p:nvSpPr>
            <p:spPr>
              <a:xfrm>
                <a:off x="6949440" y="2148840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1E9E62"/>
                    </a:solidFill>
                    <a:latin typeface="Markazi Text" pitchFamily="2" charset="-78"/>
                    <a:cs typeface="Markazi Text" pitchFamily="2" charset="-78"/>
                  </a:rPr>
                  <a:t>100%</a:t>
                </a:r>
              </a:p>
            </p:txBody>
          </p:sp>
        </p:grpSp>
        <p:sp>
          <p:nvSpPr>
            <p:cNvPr id="21" name="علامة تم"/>
            <p:cNvSpPr/>
            <p:nvPr/>
          </p:nvSpPr>
          <p:spPr>
            <a:xfrm>
              <a:off x="6611112" y="2231136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22" name="ما تم"/>
            <p:cNvSpPr txBox="1"/>
            <p:nvPr/>
          </p:nvSpPr>
          <p:spPr>
            <a:xfrm>
              <a:off x="4599432" y="2048256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23" name="سهم"/>
            <p:cNvSpPr/>
            <p:nvPr/>
          </p:nvSpPr>
          <p:spPr>
            <a:xfrm>
              <a:off x="4233672" y="2249424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4" name="الخطوة القادمة"/>
            <p:cNvSpPr txBox="1"/>
            <p:nvPr/>
          </p:nvSpPr>
          <p:spPr>
            <a:xfrm>
              <a:off x="2084832" y="2048256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25" name="الجاهزية"/>
            <p:cNvSpPr/>
            <p:nvPr/>
          </p:nvSpPr>
          <p:spPr>
            <a:xfrm>
              <a:off x="786384" y="2093976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1E9E62"/>
                  </a:solidFill>
                  <a:latin typeface="Markazi Text" pitchFamily="2" charset="-78"/>
                  <a:cs typeface="Markazi Text" pitchFamily="2" charset="-78"/>
                </a:rPr>
                <a:t>جاهزة</a:t>
              </a:r>
            </a:p>
          </p:txBody>
        </p:sp>
      </p:grpSp>
      <p:grpSp>
        <p:nvGrpSpPr>
          <p:cNvPr id="43" name="صف مهمة 2"/>
          <p:cNvGrpSpPr/>
          <p:nvPr/>
        </p:nvGrpSpPr>
        <p:grpSpPr>
          <a:xfrm>
            <a:off x="731520" y="2615184"/>
            <a:ext cx="9765792" cy="566928"/>
            <a:chOff x="731520" y="2615184"/>
            <a:chExt cx="9765792" cy="566928"/>
          </a:xfrm>
        </p:grpSpPr>
        <p:sp>
          <p:nvSpPr>
            <p:cNvPr id="27" name="خلفية الصف"/>
            <p:cNvSpPr/>
            <p:nvPr/>
          </p:nvSpPr>
          <p:spPr>
            <a:xfrm>
              <a:off x="731520" y="2615184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28" name="فاصل عمود"/>
            <p:cNvCxnSpPr/>
            <p:nvPr/>
          </p:nvCxnSpPr>
          <p:spPr>
            <a:xfrm>
              <a:off x="7790688" y="2670048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29" name="فاصل عمود"/>
            <p:cNvCxnSpPr/>
            <p:nvPr/>
          </p:nvCxnSpPr>
          <p:spPr>
            <a:xfrm>
              <a:off x="6922008" y="2670048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30" name="فاصل عمود"/>
            <p:cNvCxnSpPr/>
            <p:nvPr/>
          </p:nvCxnSpPr>
          <p:spPr>
            <a:xfrm>
              <a:off x="4544568" y="2670048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31" name="فاصل عمود"/>
            <p:cNvCxnSpPr/>
            <p:nvPr/>
          </p:nvCxnSpPr>
          <p:spPr>
            <a:xfrm>
              <a:off x="2029968" y="2670048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32" name="Picture 31" descr="document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4978" y="2752344"/>
              <a:ext cx="289179" cy="292608"/>
            </a:xfrm>
            <a:prstGeom prst="rect">
              <a:avLst/>
            </a:prstGeom>
          </p:spPr>
        </p:pic>
        <p:sp>
          <p:nvSpPr>
            <p:cNvPr id="33" name="المهمة"/>
            <p:cNvSpPr txBox="1"/>
            <p:nvPr/>
          </p:nvSpPr>
          <p:spPr>
            <a:xfrm>
              <a:off x="7845552" y="2615184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</p:txBody>
        </p:sp>
        <p:grpSp>
          <p:nvGrpSpPr>
            <p:cNvPr id="37" name="حلقة الإنجاز 60%"/>
            <p:cNvGrpSpPr/>
            <p:nvPr/>
          </p:nvGrpSpPr>
          <p:grpSpPr>
            <a:xfrm>
              <a:off x="6949440" y="2715768"/>
              <a:ext cx="749808" cy="365760"/>
              <a:chOff x="6949440" y="2715768"/>
              <a:chExt cx="749808" cy="365760"/>
            </a:xfrm>
          </p:grpSpPr>
          <p:sp>
            <p:nvSpPr>
              <p:cNvPr id="34" name="مسار الحلقة"/>
              <p:cNvSpPr/>
              <p:nvPr/>
            </p:nvSpPr>
            <p:spPr>
              <a:xfrm>
                <a:off x="7406640" y="2752344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5" name="قوس الإنجاز (اسحب المقبض الأصفر)"/>
              <p:cNvSpPr/>
              <p:nvPr/>
            </p:nvSpPr>
            <p:spPr>
              <a:xfrm>
                <a:off x="7406640" y="2752344"/>
                <a:ext cx="292608" cy="292608"/>
              </a:xfrm>
              <a:prstGeom prst="blockArc">
                <a:avLst>
                  <a:gd name="adj1" fmla="val 16200000"/>
                  <a:gd name="adj2" fmla="val 756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6" name="النسبة"/>
              <p:cNvSpPr txBox="1"/>
              <p:nvPr/>
            </p:nvSpPr>
            <p:spPr>
              <a:xfrm>
                <a:off x="6949440" y="2715768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60%</a:t>
                </a:r>
              </a:p>
            </p:txBody>
          </p:sp>
        </p:grpSp>
        <p:sp>
          <p:nvSpPr>
            <p:cNvPr id="38" name="علامة تم"/>
            <p:cNvSpPr/>
            <p:nvPr/>
          </p:nvSpPr>
          <p:spPr>
            <a:xfrm>
              <a:off x="6611112" y="2798064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39" name="ما تم"/>
            <p:cNvSpPr txBox="1"/>
            <p:nvPr/>
          </p:nvSpPr>
          <p:spPr>
            <a:xfrm>
              <a:off x="4599432" y="2615184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40" name="سهم"/>
            <p:cNvSpPr/>
            <p:nvPr/>
          </p:nvSpPr>
          <p:spPr>
            <a:xfrm>
              <a:off x="4233672" y="2816352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1" name="الخطوة القادمة"/>
            <p:cNvSpPr txBox="1"/>
            <p:nvPr/>
          </p:nvSpPr>
          <p:spPr>
            <a:xfrm>
              <a:off x="2084832" y="2615184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42" name="الجاهزية"/>
            <p:cNvSpPr/>
            <p:nvPr/>
          </p:nvSpPr>
          <p:spPr>
            <a:xfrm>
              <a:off x="786384" y="2660904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[التاريخ]</a:t>
              </a:r>
            </a:p>
          </p:txBody>
        </p:sp>
      </p:grpSp>
      <p:grpSp>
        <p:nvGrpSpPr>
          <p:cNvPr id="60" name="صف مهمة 3"/>
          <p:cNvGrpSpPr/>
          <p:nvPr/>
        </p:nvGrpSpPr>
        <p:grpSpPr>
          <a:xfrm>
            <a:off x="731520" y="3182112"/>
            <a:ext cx="9765792" cy="566928"/>
            <a:chOff x="731520" y="3182112"/>
            <a:chExt cx="9765792" cy="566928"/>
          </a:xfrm>
        </p:grpSpPr>
        <p:sp>
          <p:nvSpPr>
            <p:cNvPr id="44" name="خلفية الصف"/>
            <p:cNvSpPr/>
            <p:nvPr/>
          </p:nvSpPr>
          <p:spPr>
            <a:xfrm>
              <a:off x="731520" y="3182112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45" name="فاصل عمود"/>
            <p:cNvCxnSpPr/>
            <p:nvPr/>
          </p:nvCxnSpPr>
          <p:spPr>
            <a:xfrm>
              <a:off x="7790688" y="323697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46" name="فاصل عمود"/>
            <p:cNvCxnSpPr/>
            <p:nvPr/>
          </p:nvCxnSpPr>
          <p:spPr>
            <a:xfrm>
              <a:off x="6922008" y="323697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47" name="فاصل عمود"/>
            <p:cNvCxnSpPr/>
            <p:nvPr/>
          </p:nvCxnSpPr>
          <p:spPr>
            <a:xfrm>
              <a:off x="4544568" y="323697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48" name="فاصل عمود"/>
            <p:cNvCxnSpPr/>
            <p:nvPr/>
          </p:nvCxnSpPr>
          <p:spPr>
            <a:xfrm>
              <a:off x="2029968" y="323697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49" name="Picture 48" descr="automatio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21836" y="3319272"/>
              <a:ext cx="275463" cy="292608"/>
            </a:xfrm>
            <a:prstGeom prst="rect">
              <a:avLst/>
            </a:prstGeom>
          </p:spPr>
        </p:pic>
        <p:sp>
          <p:nvSpPr>
            <p:cNvPr id="50" name="المهمة"/>
            <p:cNvSpPr txBox="1"/>
            <p:nvPr/>
          </p:nvSpPr>
          <p:spPr>
            <a:xfrm>
              <a:off x="7845552" y="3182112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[وصف مختصر عند الحاجة]</a:t>
              </a:r>
            </a:p>
          </p:txBody>
        </p:sp>
        <p:grpSp>
          <p:nvGrpSpPr>
            <p:cNvPr id="54" name="حلقة الإنجاز 25%"/>
            <p:cNvGrpSpPr/>
            <p:nvPr/>
          </p:nvGrpSpPr>
          <p:grpSpPr>
            <a:xfrm>
              <a:off x="6949440" y="3282696"/>
              <a:ext cx="749808" cy="365760"/>
              <a:chOff x="6949440" y="3282696"/>
              <a:chExt cx="749808" cy="365760"/>
            </a:xfrm>
          </p:grpSpPr>
          <p:sp>
            <p:nvSpPr>
              <p:cNvPr id="51" name="مسار الحلقة"/>
              <p:cNvSpPr/>
              <p:nvPr/>
            </p:nvSpPr>
            <p:spPr>
              <a:xfrm>
                <a:off x="7406640" y="3319272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52" name="قوس الإنجاز (اسحب المقبض الأصفر)"/>
              <p:cNvSpPr/>
              <p:nvPr/>
            </p:nvSpPr>
            <p:spPr>
              <a:xfrm>
                <a:off x="7406640" y="3319272"/>
                <a:ext cx="292608" cy="292608"/>
              </a:xfrm>
              <a:prstGeom prst="blockArc">
                <a:avLst>
                  <a:gd name="adj1" fmla="val 16200000"/>
                  <a:gd name="adj2" fmla="val 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53" name="النسبة"/>
              <p:cNvSpPr txBox="1"/>
              <p:nvPr/>
            </p:nvSpPr>
            <p:spPr>
              <a:xfrm>
                <a:off x="6949440" y="3282696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25%</a:t>
                </a:r>
              </a:p>
            </p:txBody>
          </p:sp>
        </p:grpSp>
        <p:sp>
          <p:nvSpPr>
            <p:cNvPr id="55" name="علامة تم"/>
            <p:cNvSpPr/>
            <p:nvPr/>
          </p:nvSpPr>
          <p:spPr>
            <a:xfrm>
              <a:off x="6611112" y="3364992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56" name="ما تم"/>
            <p:cNvSpPr txBox="1"/>
            <p:nvPr/>
          </p:nvSpPr>
          <p:spPr>
            <a:xfrm>
              <a:off x="4599432" y="3182112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57" name="سهم"/>
            <p:cNvSpPr/>
            <p:nvPr/>
          </p:nvSpPr>
          <p:spPr>
            <a:xfrm>
              <a:off x="4233672" y="3383280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58" name="الخطوة القادمة"/>
            <p:cNvSpPr txBox="1"/>
            <p:nvPr/>
          </p:nvSpPr>
          <p:spPr>
            <a:xfrm>
              <a:off x="2084832" y="3182112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59" name="الجاهزية"/>
            <p:cNvSpPr/>
            <p:nvPr/>
          </p:nvSpPr>
          <p:spPr>
            <a:xfrm>
              <a:off x="786384" y="3227832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[التاريخ]</a:t>
              </a:r>
            </a:p>
          </p:txBody>
        </p:sp>
      </p:grpSp>
      <p:sp>
        <p:nvSpPr>
          <p:cNvPr id="61" name="شريط المجموعة اسم المجموعة"/>
          <p:cNvSpPr/>
          <p:nvPr/>
        </p:nvSpPr>
        <p:spPr>
          <a:xfrm>
            <a:off x="10533888" y="2075688"/>
            <a:ext cx="493776" cy="1645920"/>
          </a:xfrm>
          <a:prstGeom prst="roundRect">
            <a:avLst>
              <a:gd name="adj" fmla="val 11111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اسم</a:t>
            </a:r>
          </a:p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المجموعة</a:t>
            </a:r>
          </a:p>
        </p:txBody>
      </p:sp>
      <p:grpSp>
        <p:nvGrpSpPr>
          <p:cNvPr id="78" name="صف مهمة 4"/>
          <p:cNvGrpSpPr/>
          <p:nvPr/>
        </p:nvGrpSpPr>
        <p:grpSpPr>
          <a:xfrm>
            <a:off x="731520" y="3749040"/>
            <a:ext cx="9765792" cy="566928"/>
            <a:chOff x="731520" y="3749040"/>
            <a:chExt cx="9765792" cy="566928"/>
          </a:xfrm>
        </p:grpSpPr>
        <p:sp>
          <p:nvSpPr>
            <p:cNvPr id="62" name="خلفية الصف"/>
            <p:cNvSpPr/>
            <p:nvPr/>
          </p:nvSpPr>
          <p:spPr>
            <a:xfrm>
              <a:off x="731520" y="3749040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63" name="فاصل عمود"/>
            <p:cNvCxnSpPr/>
            <p:nvPr/>
          </p:nvCxnSpPr>
          <p:spPr>
            <a:xfrm>
              <a:off x="7790688" y="3803904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4" name="فاصل عمود"/>
            <p:cNvCxnSpPr/>
            <p:nvPr/>
          </p:nvCxnSpPr>
          <p:spPr>
            <a:xfrm>
              <a:off x="6922008" y="3803904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5" name="فاصل عمود"/>
            <p:cNvCxnSpPr/>
            <p:nvPr/>
          </p:nvCxnSpPr>
          <p:spPr>
            <a:xfrm>
              <a:off x="4544568" y="3803904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6" name="فاصل عمود"/>
            <p:cNvCxnSpPr/>
            <p:nvPr/>
          </p:nvCxnSpPr>
          <p:spPr>
            <a:xfrm>
              <a:off x="2029968" y="3803904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67" name="Picture 66" descr="analytics_clou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36696" y="3886200"/>
              <a:ext cx="245745" cy="292608"/>
            </a:xfrm>
            <a:prstGeom prst="rect">
              <a:avLst/>
            </a:prstGeom>
          </p:spPr>
        </p:pic>
        <p:sp>
          <p:nvSpPr>
            <p:cNvPr id="68" name="المهمة"/>
            <p:cNvSpPr txBox="1"/>
            <p:nvPr/>
          </p:nvSpPr>
          <p:spPr>
            <a:xfrm>
              <a:off x="7845552" y="3749040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</p:txBody>
        </p:sp>
        <p:grpSp>
          <p:nvGrpSpPr>
            <p:cNvPr id="72" name="حلقة الإنجاز 40%"/>
            <p:cNvGrpSpPr/>
            <p:nvPr/>
          </p:nvGrpSpPr>
          <p:grpSpPr>
            <a:xfrm>
              <a:off x="6949440" y="3849624"/>
              <a:ext cx="749808" cy="365760"/>
              <a:chOff x="6949440" y="3849624"/>
              <a:chExt cx="749808" cy="365760"/>
            </a:xfrm>
          </p:grpSpPr>
          <p:sp>
            <p:nvSpPr>
              <p:cNvPr id="69" name="مسار الحلقة"/>
              <p:cNvSpPr/>
              <p:nvPr/>
            </p:nvSpPr>
            <p:spPr>
              <a:xfrm>
                <a:off x="7406640" y="3886200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0" name="قوس الإنجاز (اسحب المقبض الأصفر)"/>
              <p:cNvSpPr/>
              <p:nvPr/>
            </p:nvSpPr>
            <p:spPr>
              <a:xfrm>
                <a:off x="7406640" y="3886200"/>
                <a:ext cx="292608" cy="292608"/>
              </a:xfrm>
              <a:prstGeom prst="blockArc">
                <a:avLst>
                  <a:gd name="adj1" fmla="val 16200000"/>
                  <a:gd name="adj2" fmla="val 324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1" name="النسبة"/>
              <p:cNvSpPr txBox="1"/>
              <p:nvPr/>
            </p:nvSpPr>
            <p:spPr>
              <a:xfrm>
                <a:off x="6949440" y="3849624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40%</a:t>
                </a:r>
              </a:p>
            </p:txBody>
          </p:sp>
        </p:grpSp>
        <p:sp>
          <p:nvSpPr>
            <p:cNvPr id="73" name="علامة تم"/>
            <p:cNvSpPr/>
            <p:nvPr/>
          </p:nvSpPr>
          <p:spPr>
            <a:xfrm>
              <a:off x="6611112" y="3931920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74" name="ما تم"/>
            <p:cNvSpPr txBox="1"/>
            <p:nvPr/>
          </p:nvSpPr>
          <p:spPr>
            <a:xfrm>
              <a:off x="4599432" y="3749040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75" name="سهم"/>
            <p:cNvSpPr/>
            <p:nvPr/>
          </p:nvSpPr>
          <p:spPr>
            <a:xfrm>
              <a:off x="4233672" y="3950208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76" name="الخطوة القادمة"/>
            <p:cNvSpPr txBox="1"/>
            <p:nvPr/>
          </p:nvSpPr>
          <p:spPr>
            <a:xfrm>
              <a:off x="2084832" y="3749040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77" name="الجاهزية"/>
            <p:cNvSpPr/>
            <p:nvPr/>
          </p:nvSpPr>
          <p:spPr>
            <a:xfrm>
              <a:off x="786384" y="3794760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[التاريخ]</a:t>
              </a:r>
            </a:p>
          </p:txBody>
        </p:sp>
      </p:grpSp>
      <p:grpSp>
        <p:nvGrpSpPr>
          <p:cNvPr id="95" name="صف مهمة 5"/>
          <p:cNvGrpSpPr/>
          <p:nvPr/>
        </p:nvGrpSpPr>
        <p:grpSpPr>
          <a:xfrm>
            <a:off x="731520" y="4315968"/>
            <a:ext cx="9765792" cy="566928"/>
            <a:chOff x="731520" y="4315968"/>
            <a:chExt cx="9765792" cy="566928"/>
          </a:xfrm>
        </p:grpSpPr>
        <p:sp>
          <p:nvSpPr>
            <p:cNvPr id="79" name="خلفية الصف"/>
            <p:cNvSpPr/>
            <p:nvPr/>
          </p:nvSpPr>
          <p:spPr>
            <a:xfrm>
              <a:off x="731520" y="4315968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80" name="فاصل عمود"/>
            <p:cNvCxnSpPr/>
            <p:nvPr/>
          </p:nvCxnSpPr>
          <p:spPr>
            <a:xfrm>
              <a:off x="7790688" y="4370832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1" name="فاصل عمود"/>
            <p:cNvCxnSpPr/>
            <p:nvPr/>
          </p:nvCxnSpPr>
          <p:spPr>
            <a:xfrm>
              <a:off x="6922008" y="4370832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2" name="فاصل عمود"/>
            <p:cNvCxnSpPr/>
            <p:nvPr/>
          </p:nvCxnSpPr>
          <p:spPr>
            <a:xfrm>
              <a:off x="4544568" y="4370832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3" name="فاصل عمود"/>
            <p:cNvCxnSpPr/>
            <p:nvPr/>
          </p:nvCxnSpPr>
          <p:spPr>
            <a:xfrm>
              <a:off x="2029968" y="4370832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84" name="Picture 83" descr="kanban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14978" y="4453128"/>
              <a:ext cx="289179" cy="292608"/>
            </a:xfrm>
            <a:prstGeom prst="rect">
              <a:avLst/>
            </a:prstGeom>
          </p:spPr>
        </p:pic>
        <p:sp>
          <p:nvSpPr>
            <p:cNvPr id="85" name="المهمة"/>
            <p:cNvSpPr txBox="1"/>
            <p:nvPr/>
          </p:nvSpPr>
          <p:spPr>
            <a:xfrm>
              <a:off x="7845552" y="4315968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</p:txBody>
        </p:sp>
        <p:grpSp>
          <p:nvGrpSpPr>
            <p:cNvPr id="89" name="حلقة الإنجاز 75%"/>
            <p:cNvGrpSpPr/>
            <p:nvPr/>
          </p:nvGrpSpPr>
          <p:grpSpPr>
            <a:xfrm>
              <a:off x="6949440" y="4416552"/>
              <a:ext cx="749808" cy="365760"/>
              <a:chOff x="6949440" y="4416552"/>
              <a:chExt cx="749808" cy="365760"/>
            </a:xfrm>
          </p:grpSpPr>
          <p:sp>
            <p:nvSpPr>
              <p:cNvPr id="86" name="مسار الحلقة"/>
              <p:cNvSpPr/>
              <p:nvPr/>
            </p:nvSpPr>
            <p:spPr>
              <a:xfrm>
                <a:off x="7406640" y="4453128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87" name="قوس الإنجاز (اسحب المقبض الأصفر)"/>
              <p:cNvSpPr/>
              <p:nvPr/>
            </p:nvSpPr>
            <p:spPr>
              <a:xfrm>
                <a:off x="7406640" y="4453128"/>
                <a:ext cx="292608" cy="292608"/>
              </a:xfrm>
              <a:prstGeom prst="blockArc">
                <a:avLst>
                  <a:gd name="adj1" fmla="val 16200000"/>
                  <a:gd name="adj2" fmla="val 1080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88" name="النسبة"/>
              <p:cNvSpPr txBox="1"/>
              <p:nvPr/>
            </p:nvSpPr>
            <p:spPr>
              <a:xfrm>
                <a:off x="6949440" y="4416552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75%</a:t>
                </a:r>
              </a:p>
            </p:txBody>
          </p:sp>
        </p:grpSp>
        <p:sp>
          <p:nvSpPr>
            <p:cNvPr id="90" name="علامة تم"/>
            <p:cNvSpPr/>
            <p:nvPr/>
          </p:nvSpPr>
          <p:spPr>
            <a:xfrm>
              <a:off x="6611112" y="4498848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91" name="ما تم"/>
            <p:cNvSpPr txBox="1"/>
            <p:nvPr/>
          </p:nvSpPr>
          <p:spPr>
            <a:xfrm>
              <a:off x="4599432" y="4315968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92" name="سهم"/>
            <p:cNvSpPr/>
            <p:nvPr/>
          </p:nvSpPr>
          <p:spPr>
            <a:xfrm>
              <a:off x="4233672" y="4517136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93" name="الخطوة القادمة"/>
            <p:cNvSpPr txBox="1"/>
            <p:nvPr/>
          </p:nvSpPr>
          <p:spPr>
            <a:xfrm>
              <a:off x="2084832" y="4315968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94" name="الجاهزية"/>
            <p:cNvSpPr/>
            <p:nvPr/>
          </p:nvSpPr>
          <p:spPr>
            <a:xfrm>
              <a:off x="786384" y="4361688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[التاريخ]</a:t>
              </a:r>
            </a:p>
          </p:txBody>
        </p:sp>
      </p:grpSp>
      <p:sp>
        <p:nvSpPr>
          <p:cNvPr id="96" name="شريط المجموعة اسم المجموعة"/>
          <p:cNvSpPr/>
          <p:nvPr/>
        </p:nvSpPr>
        <p:spPr>
          <a:xfrm>
            <a:off x="10533888" y="3776472"/>
            <a:ext cx="493776" cy="1078992"/>
          </a:xfrm>
          <a:prstGeom prst="roundRect">
            <a:avLst>
              <a:gd name="adj" fmla="val 11111"/>
            </a:avLst>
          </a:prstGeom>
          <a:solidFill>
            <a:srgbClr val="067E6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اسم</a:t>
            </a:r>
          </a:p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المجموعة</a:t>
            </a:r>
          </a:p>
        </p:txBody>
      </p:sp>
      <p:sp>
        <p:nvSpPr>
          <p:cNvPr id="97" name="شريط المجموعة لم تبدأ"/>
          <p:cNvSpPr/>
          <p:nvPr/>
        </p:nvSpPr>
        <p:spPr>
          <a:xfrm>
            <a:off x="10533888" y="5029200"/>
            <a:ext cx="493776" cy="512064"/>
          </a:xfrm>
          <a:prstGeom prst="roundRect">
            <a:avLst>
              <a:gd name="adj" fmla="val 11111"/>
            </a:avLst>
          </a:prstGeom>
          <a:solidFill>
            <a:srgbClr val="8C93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لم تبدأ</a:t>
            </a:r>
          </a:p>
        </p:txBody>
      </p:sp>
      <p:grpSp>
        <p:nvGrpSpPr>
          <p:cNvPr id="101" name="بطاقة لم تبدأ 1"/>
          <p:cNvGrpSpPr/>
          <p:nvPr/>
        </p:nvGrpSpPr>
        <p:grpSpPr>
          <a:xfrm>
            <a:off x="5705856" y="5029200"/>
            <a:ext cx="4791456" cy="512064"/>
            <a:chOff x="5705856" y="5029200"/>
            <a:chExt cx="4791456" cy="512064"/>
          </a:xfrm>
        </p:grpSpPr>
        <p:sp>
          <p:nvSpPr>
            <p:cNvPr id="98" name="خلفية البطاقة"/>
            <p:cNvSpPr/>
            <p:nvPr/>
          </p:nvSpPr>
          <p:spPr>
            <a:xfrm>
              <a:off x="5705856" y="5029200"/>
              <a:ext cx="4791456" cy="512064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pic>
          <p:nvPicPr>
            <p:cNvPr id="99" name="Picture 98" descr="rocket__faint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03536" y="5111496"/>
              <a:ext cx="347472" cy="347472"/>
            </a:xfrm>
            <a:prstGeom prst="rect">
              <a:avLst/>
            </a:prstGeom>
          </p:spPr>
        </p:pic>
        <p:sp>
          <p:nvSpPr>
            <p:cNvPr id="100" name="نص البطاقة"/>
            <p:cNvSpPr txBox="1"/>
            <p:nvPr/>
          </p:nvSpPr>
          <p:spPr>
            <a:xfrm>
              <a:off x="5852160" y="5065776"/>
              <a:ext cx="402336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يبدأ [التاريخ]  ·  الجاهزية [التاريخ]</a:t>
              </a:r>
            </a:p>
          </p:txBody>
        </p:sp>
      </p:grpSp>
      <p:grpSp>
        <p:nvGrpSpPr>
          <p:cNvPr id="105" name="بطاقة لم تبدأ 2"/>
          <p:cNvGrpSpPr/>
          <p:nvPr/>
        </p:nvGrpSpPr>
        <p:grpSpPr>
          <a:xfrm>
            <a:off x="731520" y="5029200"/>
            <a:ext cx="4791456" cy="512064"/>
            <a:chOff x="731520" y="5029200"/>
            <a:chExt cx="4791456" cy="512064"/>
          </a:xfrm>
        </p:grpSpPr>
        <p:sp>
          <p:nvSpPr>
            <p:cNvPr id="102" name="خلفية البطاقة"/>
            <p:cNvSpPr/>
            <p:nvPr/>
          </p:nvSpPr>
          <p:spPr>
            <a:xfrm>
              <a:off x="731520" y="5029200"/>
              <a:ext cx="4791456" cy="512064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pic>
          <p:nvPicPr>
            <p:cNvPr id="103" name="Picture 102" descr="timeline__faint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5112175"/>
              <a:ext cx="347472" cy="346115"/>
            </a:xfrm>
            <a:prstGeom prst="rect">
              <a:avLst/>
            </a:prstGeom>
          </p:spPr>
        </p:pic>
        <p:sp>
          <p:nvSpPr>
            <p:cNvPr id="104" name="نص البطاقة"/>
            <p:cNvSpPr txBox="1"/>
            <p:nvPr/>
          </p:nvSpPr>
          <p:spPr>
            <a:xfrm>
              <a:off x="877824" y="5065776"/>
              <a:ext cx="402336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يبدأ [التاريخ]  ·  الجاهزية [التاريخ]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499FDC-BD4B-7EAC-8B20-689168B38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6117" y="1835043"/>
            <a:ext cx="6700558" cy="1994624"/>
          </a:xfrm>
        </p:spPr>
        <p:txBody>
          <a:bodyPr/>
          <a:lstStyle/>
          <a:p>
            <a:r>
              <a:rPr lang="ar-SA" sz="8000" b="1" dirty="0">
                <a:latin typeface="Markazi Text" pitchFamily="2" charset="-78"/>
                <a:cs typeface="Markazi Text" pitchFamily="2" charset="-78"/>
              </a:rPr>
              <a:t>شكراً لكم</a:t>
            </a:r>
          </a:p>
        </p:txBody>
      </p:sp>
    </p:spTree>
    <p:extLst>
      <p:ext uri="{BB962C8B-B14F-4D97-AF65-F5344CB8AC3E}">
        <p14:creationId xmlns:p14="http://schemas.microsoft.com/office/powerpoint/2010/main" val="358957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Markazi Text SemiBold" pitchFamily="2" charset="-78"/>
                <a:cs typeface="Markazi Text SemiBold" pitchFamily="2" charset="-78"/>
              </a:rPr>
              <a:t>إدارة تصميم تجربة التعليم</a:t>
            </a:r>
          </a:p>
        </p:txBody>
      </p:sp>
      <p:grpSp>
        <p:nvGrpSpPr>
          <p:cNvPr id="9" name="رأس الجدول"/>
          <p:cNvGrpSpPr/>
          <p:nvPr/>
        </p:nvGrpSpPr>
        <p:grpSpPr>
          <a:xfrm>
            <a:off x="731520" y="1700784"/>
            <a:ext cx="10332720" cy="347472"/>
            <a:chOff x="731520" y="1700784"/>
            <a:chExt cx="10332720" cy="347472"/>
          </a:xfrm>
        </p:grpSpPr>
        <p:sp>
          <p:nvSpPr>
            <p:cNvPr id="3" name="خلفية الرأس"/>
            <p:cNvSpPr/>
            <p:nvPr/>
          </p:nvSpPr>
          <p:spPr>
            <a:xfrm>
              <a:off x="731520" y="1700784"/>
              <a:ext cx="10332720" cy="347472"/>
            </a:xfrm>
            <a:prstGeom prst="roundRect">
              <a:avLst>
                <a:gd name="adj" fmla="val 15789"/>
              </a:avLst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4" name="عمود المهمة"/>
            <p:cNvSpPr txBox="1"/>
            <p:nvPr/>
          </p:nvSpPr>
          <p:spPr>
            <a:xfrm>
              <a:off x="7845552" y="1700784"/>
              <a:ext cx="2542032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المهمة</a:t>
              </a:r>
            </a:p>
          </p:txBody>
        </p:sp>
        <p:sp>
          <p:nvSpPr>
            <p:cNvPr id="5" name="عمود الإنجاز"/>
            <p:cNvSpPr txBox="1"/>
            <p:nvPr/>
          </p:nvSpPr>
          <p:spPr>
            <a:xfrm>
              <a:off x="6976872" y="1700784"/>
              <a:ext cx="758952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الإنجاز</a:t>
              </a:r>
            </a:p>
          </p:txBody>
        </p:sp>
        <p:sp>
          <p:nvSpPr>
            <p:cNvPr id="6" name="عمود ما تم"/>
            <p:cNvSpPr txBox="1"/>
            <p:nvPr/>
          </p:nvSpPr>
          <p:spPr>
            <a:xfrm>
              <a:off x="4599432" y="1700784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ما تم</a:t>
              </a:r>
            </a:p>
          </p:txBody>
        </p:sp>
        <p:sp>
          <p:nvSpPr>
            <p:cNvPr id="7" name="عمود الخطوة القادمة"/>
            <p:cNvSpPr txBox="1"/>
            <p:nvPr/>
          </p:nvSpPr>
          <p:spPr>
            <a:xfrm>
              <a:off x="2084832" y="1700784"/>
              <a:ext cx="2350008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الخطوة القادمة</a:t>
              </a:r>
            </a:p>
          </p:txBody>
        </p:sp>
        <p:sp>
          <p:nvSpPr>
            <p:cNvPr id="8" name="عمود الجاهزية"/>
            <p:cNvSpPr txBox="1"/>
            <p:nvPr/>
          </p:nvSpPr>
          <p:spPr>
            <a:xfrm>
              <a:off x="786384" y="1700784"/>
              <a:ext cx="1188720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1"/>
              <a:r>
                <a:rPr lang="ar-SA" sz="1600" dirty="0">
                  <a:solidFill>
                    <a:srgbClr val="FFFFFF"/>
                  </a:solidFill>
                  <a:latin typeface="Markazi Text SemiBold" pitchFamily="2" charset="-78"/>
                  <a:cs typeface="Markazi Text SemiBold" pitchFamily="2" charset="-78"/>
                </a:rPr>
                <a:t>الجاهزية</a:t>
              </a:r>
            </a:p>
          </p:txBody>
        </p:sp>
      </p:grpSp>
      <p:grpSp>
        <p:nvGrpSpPr>
          <p:cNvPr id="26" name="صف مهمة 1"/>
          <p:cNvGrpSpPr/>
          <p:nvPr/>
        </p:nvGrpSpPr>
        <p:grpSpPr>
          <a:xfrm>
            <a:off x="731520" y="2048256"/>
            <a:ext cx="9765792" cy="384048"/>
            <a:chOff x="731520" y="2048256"/>
            <a:chExt cx="9765792" cy="384048"/>
          </a:xfrm>
        </p:grpSpPr>
        <p:sp>
          <p:nvSpPr>
            <p:cNvPr id="10" name="خلفية الصف"/>
            <p:cNvSpPr/>
            <p:nvPr/>
          </p:nvSpPr>
          <p:spPr>
            <a:xfrm>
              <a:off x="731520" y="2048256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11" name="فاصل عمود"/>
            <p:cNvCxnSpPr/>
            <p:nvPr/>
          </p:nvCxnSpPr>
          <p:spPr>
            <a:xfrm>
              <a:off x="7790688" y="2103120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2" name="فاصل عمود"/>
            <p:cNvCxnSpPr/>
            <p:nvPr/>
          </p:nvCxnSpPr>
          <p:spPr>
            <a:xfrm>
              <a:off x="6922008" y="2103120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3" name="فاصل عمود"/>
            <p:cNvCxnSpPr/>
            <p:nvPr/>
          </p:nvCxnSpPr>
          <p:spPr>
            <a:xfrm>
              <a:off x="4544568" y="2103120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4" name="فاصل عمود"/>
            <p:cNvCxnSpPr/>
            <p:nvPr/>
          </p:nvCxnSpPr>
          <p:spPr>
            <a:xfrm>
              <a:off x="2029968" y="2103120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15" name="Picture 14" descr="elearnin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32124" y="2093976"/>
              <a:ext cx="254889" cy="292608"/>
            </a:xfrm>
            <a:prstGeom prst="rect">
              <a:avLst/>
            </a:prstGeom>
          </p:spPr>
        </p:pic>
        <p:sp>
          <p:nvSpPr>
            <p:cNvPr id="16" name="المهمة"/>
            <p:cNvSpPr txBox="1"/>
            <p:nvPr/>
          </p:nvSpPr>
          <p:spPr>
            <a:xfrm>
              <a:off x="7845552" y="2048256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سماي ٢</a:t>
              </a:r>
            </a:p>
          </p:txBody>
        </p:sp>
        <p:grpSp>
          <p:nvGrpSpPr>
            <p:cNvPr id="20" name="حلقة الإنجاز 80%"/>
            <p:cNvGrpSpPr/>
            <p:nvPr/>
          </p:nvGrpSpPr>
          <p:grpSpPr>
            <a:xfrm>
              <a:off x="6949440" y="2057400"/>
              <a:ext cx="749808" cy="365760"/>
              <a:chOff x="6949440" y="2057400"/>
              <a:chExt cx="749808" cy="365760"/>
            </a:xfrm>
          </p:grpSpPr>
          <p:sp>
            <p:nvSpPr>
              <p:cNvPr id="17" name="مسار الحلقة"/>
              <p:cNvSpPr/>
              <p:nvPr/>
            </p:nvSpPr>
            <p:spPr>
              <a:xfrm>
                <a:off x="7406640" y="2093976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8" name="قوس الإنجاز (اسحب المقبض الأصفر)"/>
              <p:cNvSpPr/>
              <p:nvPr/>
            </p:nvSpPr>
            <p:spPr>
              <a:xfrm>
                <a:off x="7406640" y="2093976"/>
                <a:ext cx="292608" cy="292608"/>
              </a:xfrm>
              <a:prstGeom prst="blockArc">
                <a:avLst>
                  <a:gd name="adj1" fmla="val 16200000"/>
                  <a:gd name="adj2" fmla="val 1188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9" name="النسبة"/>
              <p:cNvSpPr txBox="1"/>
              <p:nvPr/>
            </p:nvSpPr>
            <p:spPr>
              <a:xfrm>
                <a:off x="6949440" y="2057400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80%</a:t>
                </a:r>
              </a:p>
            </p:txBody>
          </p:sp>
        </p:grpSp>
        <p:sp>
          <p:nvSpPr>
            <p:cNvPr id="21" name="علامة تم"/>
            <p:cNvSpPr/>
            <p:nvPr/>
          </p:nvSpPr>
          <p:spPr>
            <a:xfrm>
              <a:off x="6611112" y="2139696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22" name="ما تم"/>
            <p:cNvSpPr txBox="1"/>
            <p:nvPr/>
          </p:nvSpPr>
          <p:spPr>
            <a:xfrm>
              <a:off x="4599432" y="2048256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اكتمال كتابة المحتوى والتصميم</a:t>
              </a:r>
            </a:p>
          </p:txBody>
        </p:sp>
        <p:sp>
          <p:nvSpPr>
            <p:cNvPr id="23" name="سهم"/>
            <p:cNvSpPr/>
            <p:nvPr/>
          </p:nvSpPr>
          <p:spPr>
            <a:xfrm>
              <a:off x="4233672" y="2157984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4" name="الخطوة القادمة"/>
            <p:cNvSpPr txBox="1"/>
            <p:nvPr/>
          </p:nvSpPr>
          <p:spPr>
            <a:xfrm>
              <a:off x="2084832" y="2048256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حالات استخدام ومشاريع قطاعية</a:t>
              </a:r>
            </a:p>
          </p:txBody>
        </p:sp>
        <p:sp>
          <p:nvSpPr>
            <p:cNvPr id="25" name="الجاهزية"/>
            <p:cNvSpPr/>
            <p:nvPr/>
          </p:nvSpPr>
          <p:spPr>
            <a:xfrm>
              <a:off x="786384" y="2093976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22 أكتوبر</a:t>
              </a:r>
            </a:p>
          </p:txBody>
        </p:sp>
      </p:grpSp>
      <p:grpSp>
        <p:nvGrpSpPr>
          <p:cNvPr id="45" name="تفاصيل قطاعات سماي ٢"/>
          <p:cNvGrpSpPr/>
          <p:nvPr/>
        </p:nvGrpSpPr>
        <p:grpSpPr>
          <a:xfrm>
            <a:off x="731520" y="2432304"/>
            <a:ext cx="9765792" cy="365760"/>
            <a:chOff x="731520" y="2432304"/>
            <a:chExt cx="9765792" cy="365760"/>
          </a:xfrm>
        </p:grpSpPr>
        <p:sp>
          <p:nvSpPr>
            <p:cNvPr id="27" name="خلفية التفاصيل"/>
            <p:cNvSpPr/>
            <p:nvPr/>
          </p:nvSpPr>
          <p:spPr>
            <a:xfrm>
              <a:off x="731520" y="2432304"/>
              <a:ext cx="9765792" cy="365760"/>
            </a:xfrm>
            <a:prstGeom prst="rect">
              <a:avLst/>
            </a:prstGeom>
            <a:solidFill>
              <a:srgbClr val="F2F4F9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8" name="نقطة الدلالة"/>
            <p:cNvSpPr/>
            <p:nvPr/>
          </p:nvSpPr>
          <p:spPr>
            <a:xfrm>
              <a:off x="10268712" y="2546604"/>
              <a:ext cx="137160" cy="137160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29" name="دلالة مكتمل"/>
            <p:cNvSpPr txBox="1"/>
            <p:nvPr/>
          </p:nvSpPr>
          <p:spPr>
            <a:xfrm>
              <a:off x="9776152" y="2432304"/>
              <a:ext cx="44684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 rtl="1"/>
              <a:r>
                <a:rPr lang="ar-SA" sz="1400" dirty="0">
                  <a:solidFill>
                    <a:srgbClr val="1E9E62"/>
                  </a:solidFill>
                  <a:latin typeface="Markazi Text SemiBold" pitchFamily="2" charset="-78"/>
                  <a:cs typeface="Markazi Text SemiBold" pitchFamily="2" charset="-78"/>
                </a:rPr>
                <a:t>مكتمل</a:t>
              </a:r>
            </a:p>
          </p:txBody>
        </p:sp>
        <p:sp>
          <p:nvSpPr>
            <p:cNvPr id="30" name="نقطة الدلالة"/>
            <p:cNvSpPr/>
            <p:nvPr/>
          </p:nvSpPr>
          <p:spPr>
            <a:xfrm>
              <a:off x="9492688" y="2546604"/>
              <a:ext cx="137160" cy="13716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1" name="دلالة جار العمل"/>
            <p:cNvSpPr txBox="1"/>
            <p:nvPr/>
          </p:nvSpPr>
          <p:spPr>
            <a:xfrm>
              <a:off x="8805833" y="2432304"/>
              <a:ext cx="641135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 rtl="1"/>
              <a:r>
                <a:rPr lang="ar-SA" sz="1400" dirty="0">
                  <a:solidFill>
                    <a:srgbClr val="1565C0"/>
                  </a:solidFill>
                  <a:latin typeface="Markazi Text SemiBold" pitchFamily="2" charset="-78"/>
                  <a:cs typeface="Markazi Text SemiBold" pitchFamily="2" charset="-78"/>
                </a:rPr>
                <a:t>جار العمل</a:t>
              </a:r>
            </a:p>
          </p:txBody>
        </p:sp>
        <p:sp>
          <p:nvSpPr>
            <p:cNvPr id="32" name="نقطة الدلالة"/>
            <p:cNvSpPr/>
            <p:nvPr/>
          </p:nvSpPr>
          <p:spPr>
            <a:xfrm>
              <a:off x="8522369" y="2546604"/>
              <a:ext cx="137160" cy="137160"/>
            </a:xfrm>
            <a:prstGeom prst="ellipse">
              <a:avLst/>
            </a:prstGeom>
            <a:solidFill>
              <a:srgbClr val="8C93AE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33" name="دلالة لم يبدأ"/>
            <p:cNvSpPr txBox="1"/>
            <p:nvPr/>
          </p:nvSpPr>
          <p:spPr>
            <a:xfrm>
              <a:off x="8037969" y="2432304"/>
              <a:ext cx="438679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 rtl="1"/>
              <a:r>
                <a:rPr lang="ar-SA" sz="14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لم يبدأ</a:t>
              </a:r>
            </a:p>
          </p:txBody>
        </p:sp>
        <p:sp>
          <p:nvSpPr>
            <p:cNvPr id="34" name="قطاع التعليم"/>
            <p:cNvSpPr/>
            <p:nvPr/>
          </p:nvSpPr>
          <p:spPr>
            <a:xfrm>
              <a:off x="7172521" y="2496312"/>
              <a:ext cx="526727" cy="237744"/>
            </a:xfrm>
            <a:prstGeom prst="roundRect">
              <a:avLst>
                <a:gd name="adj" fmla="val 46153"/>
              </a:avLst>
            </a:prstGeom>
            <a:solidFill>
              <a:srgbClr val="D4F1E3"/>
            </a:solidFill>
            <a:ln w="12700">
              <a:solidFill>
                <a:srgbClr val="29BA74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1E9E62"/>
                  </a:solidFill>
                  <a:latin typeface="Markazi Text SemiBold" pitchFamily="2" charset="-78"/>
                  <a:cs typeface="Markazi Text SemiBold" pitchFamily="2" charset="-78"/>
                </a:rPr>
                <a:t>التعليم</a:t>
              </a:r>
            </a:p>
          </p:txBody>
        </p:sp>
        <p:sp>
          <p:nvSpPr>
            <p:cNvPr id="35" name="قطاع الإعلام"/>
            <p:cNvSpPr/>
            <p:nvPr/>
          </p:nvSpPr>
          <p:spPr>
            <a:xfrm>
              <a:off x="6584411" y="2496312"/>
              <a:ext cx="497625" cy="237744"/>
            </a:xfrm>
            <a:prstGeom prst="roundRect">
              <a:avLst>
                <a:gd name="adj" fmla="val 46153"/>
              </a:avLst>
            </a:prstGeom>
            <a:solidFill>
              <a:srgbClr val="D4F1E3"/>
            </a:solidFill>
            <a:ln w="12700">
              <a:solidFill>
                <a:srgbClr val="29BA74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1E9E62"/>
                  </a:solidFill>
                  <a:latin typeface="Markazi Text SemiBold" pitchFamily="2" charset="-78"/>
                  <a:cs typeface="Markazi Text SemiBold" pitchFamily="2" charset="-78"/>
                </a:rPr>
                <a:t>الإعلام</a:t>
              </a:r>
            </a:p>
          </p:txBody>
        </p:sp>
        <p:sp>
          <p:nvSpPr>
            <p:cNvPr id="36" name="قطاع الطاقة"/>
            <p:cNvSpPr/>
            <p:nvPr/>
          </p:nvSpPr>
          <p:spPr>
            <a:xfrm>
              <a:off x="6002993" y="2496312"/>
              <a:ext cx="490934" cy="237744"/>
            </a:xfrm>
            <a:prstGeom prst="roundRect">
              <a:avLst>
                <a:gd name="adj" fmla="val 46153"/>
              </a:avLst>
            </a:prstGeom>
            <a:solidFill>
              <a:srgbClr val="D4F1E3"/>
            </a:solidFill>
            <a:ln w="12700">
              <a:solidFill>
                <a:srgbClr val="29BA74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1E9E62"/>
                  </a:solidFill>
                  <a:latin typeface="Markazi Text SemiBold" pitchFamily="2" charset="-78"/>
                  <a:cs typeface="Markazi Text SemiBold" pitchFamily="2" charset="-78"/>
                </a:rPr>
                <a:t>الطاقة</a:t>
              </a:r>
            </a:p>
          </p:txBody>
        </p:sp>
        <p:sp>
          <p:nvSpPr>
            <p:cNvPr id="37" name="قطاع العدل"/>
            <p:cNvSpPr/>
            <p:nvPr/>
          </p:nvSpPr>
          <p:spPr>
            <a:xfrm>
              <a:off x="5442373" y="2496312"/>
              <a:ext cx="470135" cy="237744"/>
            </a:xfrm>
            <a:prstGeom prst="roundRect">
              <a:avLst>
                <a:gd name="adj" fmla="val 46153"/>
              </a:avLst>
            </a:prstGeom>
            <a:solidFill>
              <a:srgbClr val="D2E7F9"/>
            </a:solidFill>
            <a:ln w="12700">
              <a:solidFill>
                <a:srgbClr val="1E88E5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1565C0"/>
                  </a:solidFill>
                  <a:latin typeface="Markazi Text SemiBold" pitchFamily="2" charset="-78"/>
                  <a:cs typeface="Markazi Text SemiBold" pitchFamily="2" charset="-78"/>
                </a:rPr>
                <a:t>العدل</a:t>
              </a:r>
            </a:p>
          </p:txBody>
        </p:sp>
        <p:sp>
          <p:nvSpPr>
            <p:cNvPr id="38" name="قطاع الصحة"/>
            <p:cNvSpPr/>
            <p:nvPr/>
          </p:nvSpPr>
          <p:spPr>
            <a:xfrm>
              <a:off x="4847170" y="2496312"/>
              <a:ext cx="504719" cy="237744"/>
            </a:xfrm>
            <a:prstGeom prst="roundRect">
              <a:avLst>
                <a:gd name="adj" fmla="val 46153"/>
              </a:avLst>
            </a:prstGeom>
            <a:solidFill>
              <a:srgbClr val="D2E7F9"/>
            </a:solidFill>
            <a:ln w="12700">
              <a:solidFill>
                <a:srgbClr val="1E88E5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1565C0"/>
                  </a:solidFill>
                  <a:latin typeface="Markazi Text SemiBold" pitchFamily="2" charset="-78"/>
                  <a:cs typeface="Markazi Text SemiBold" pitchFamily="2" charset="-78"/>
                </a:rPr>
                <a:t>الصحة</a:t>
              </a:r>
            </a:p>
          </p:txBody>
        </p:sp>
        <p:sp>
          <p:nvSpPr>
            <p:cNvPr id="39" name="قطاع الرياضة"/>
            <p:cNvSpPr/>
            <p:nvPr/>
          </p:nvSpPr>
          <p:spPr>
            <a:xfrm>
              <a:off x="4227540" y="2496312"/>
              <a:ext cx="529146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الرياضة</a:t>
              </a:r>
            </a:p>
          </p:txBody>
        </p:sp>
        <p:sp>
          <p:nvSpPr>
            <p:cNvPr id="40" name="قطاع النقل"/>
            <p:cNvSpPr/>
            <p:nvPr/>
          </p:nvSpPr>
          <p:spPr>
            <a:xfrm>
              <a:off x="3720126" y="2496312"/>
              <a:ext cx="416929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النقل</a:t>
              </a:r>
            </a:p>
          </p:txBody>
        </p:sp>
        <p:sp>
          <p:nvSpPr>
            <p:cNvPr id="41" name="قطاع الصناعة"/>
            <p:cNvSpPr/>
            <p:nvPr/>
          </p:nvSpPr>
          <p:spPr>
            <a:xfrm>
              <a:off x="3069460" y="2496312"/>
              <a:ext cx="560183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الصناعة</a:t>
              </a:r>
            </a:p>
          </p:txBody>
        </p:sp>
        <p:sp>
          <p:nvSpPr>
            <p:cNvPr id="42" name="قطاع المالية"/>
            <p:cNvSpPr/>
            <p:nvPr/>
          </p:nvSpPr>
          <p:spPr>
            <a:xfrm>
              <a:off x="2496425" y="2496312"/>
              <a:ext cx="482550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المالية</a:t>
              </a:r>
            </a:p>
          </p:txBody>
        </p:sp>
        <p:sp>
          <p:nvSpPr>
            <p:cNvPr id="43" name="قطاع الموارد البشرية"/>
            <p:cNvSpPr/>
            <p:nvPr/>
          </p:nvSpPr>
          <p:spPr>
            <a:xfrm>
              <a:off x="1478798" y="2496312"/>
              <a:ext cx="927143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الموارد البشرية</a:t>
              </a:r>
            </a:p>
          </p:txBody>
        </p:sp>
        <p:sp>
          <p:nvSpPr>
            <p:cNvPr id="44" name="قطاع البلديات"/>
            <p:cNvSpPr/>
            <p:nvPr/>
          </p:nvSpPr>
          <p:spPr>
            <a:xfrm>
              <a:off x="804672" y="2496312"/>
              <a:ext cx="583642" cy="237744"/>
            </a:xfrm>
            <a:prstGeom prst="roundRect">
              <a:avLst>
                <a:gd name="adj" fmla="val 46153"/>
              </a:avLst>
            </a:prstGeom>
            <a:solidFill>
              <a:srgbClr val="E8E9EE"/>
            </a:solidFill>
            <a:ln w="12700">
              <a:solidFill>
                <a:srgbClr val="8C93AE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/>
              <a:r>
                <a:rPr lang="ar-SA" sz="1300" dirty="0">
                  <a:solidFill>
                    <a:srgbClr val="5B6385"/>
                  </a:solidFill>
                  <a:latin typeface="Markazi Text SemiBold" pitchFamily="2" charset="-78"/>
                  <a:cs typeface="Markazi Text SemiBold" pitchFamily="2" charset="-78"/>
                </a:rPr>
                <a:t>البلديات</a:t>
              </a:r>
            </a:p>
          </p:txBody>
        </p:sp>
      </p:grpSp>
      <p:grpSp>
        <p:nvGrpSpPr>
          <p:cNvPr id="62" name="صف مهمة 2"/>
          <p:cNvGrpSpPr/>
          <p:nvPr/>
        </p:nvGrpSpPr>
        <p:grpSpPr>
          <a:xfrm>
            <a:off x="731520" y="2798064"/>
            <a:ext cx="9765792" cy="384048"/>
            <a:chOff x="731520" y="2798064"/>
            <a:chExt cx="9765792" cy="384048"/>
          </a:xfrm>
        </p:grpSpPr>
        <p:sp>
          <p:nvSpPr>
            <p:cNvPr id="46" name="خلفية الصف"/>
            <p:cNvSpPr/>
            <p:nvPr/>
          </p:nvSpPr>
          <p:spPr>
            <a:xfrm>
              <a:off x="731520" y="2798064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47" name="فاصل عمود"/>
            <p:cNvCxnSpPr/>
            <p:nvPr/>
          </p:nvCxnSpPr>
          <p:spPr>
            <a:xfrm>
              <a:off x="7790688" y="2852928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48" name="فاصل عمود"/>
            <p:cNvCxnSpPr/>
            <p:nvPr/>
          </p:nvCxnSpPr>
          <p:spPr>
            <a:xfrm>
              <a:off x="6922008" y="2852928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49" name="فاصل عمود"/>
            <p:cNvCxnSpPr/>
            <p:nvPr/>
          </p:nvCxnSpPr>
          <p:spPr>
            <a:xfrm>
              <a:off x="4544568" y="2852928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50" name="فاصل عمود"/>
            <p:cNvCxnSpPr/>
            <p:nvPr/>
          </p:nvCxnSpPr>
          <p:spPr>
            <a:xfrm>
              <a:off x="2029968" y="2852928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51" name="Picture 50" descr="personal_dat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41268" y="2843784"/>
              <a:ext cx="236601" cy="292608"/>
            </a:xfrm>
            <a:prstGeom prst="rect">
              <a:avLst/>
            </a:prstGeom>
          </p:spPr>
        </p:pic>
        <p:sp>
          <p:nvSpPr>
            <p:cNvPr id="52" name="المهمة"/>
            <p:cNvSpPr txBox="1"/>
            <p:nvPr/>
          </p:nvSpPr>
          <p:spPr>
            <a:xfrm>
              <a:off x="7845552" y="2798064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حماية البيانات الشخصية</a:t>
              </a:r>
            </a:p>
          </p:txBody>
        </p:sp>
        <p:grpSp>
          <p:nvGrpSpPr>
            <p:cNvPr id="56" name="حلقة الإنجاز 100%"/>
            <p:cNvGrpSpPr/>
            <p:nvPr/>
          </p:nvGrpSpPr>
          <p:grpSpPr>
            <a:xfrm>
              <a:off x="6949440" y="2807208"/>
              <a:ext cx="749808" cy="365760"/>
              <a:chOff x="6949440" y="2807208"/>
              <a:chExt cx="749808" cy="365760"/>
            </a:xfrm>
          </p:grpSpPr>
          <p:sp>
            <p:nvSpPr>
              <p:cNvPr id="53" name="مسار الحلقة"/>
              <p:cNvSpPr/>
              <p:nvPr/>
            </p:nvSpPr>
            <p:spPr>
              <a:xfrm>
                <a:off x="7406640" y="2843784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54" name="الحلقة مكتملة"/>
              <p:cNvSpPr/>
              <p:nvPr/>
            </p:nvSpPr>
            <p:spPr>
              <a:xfrm>
                <a:off x="7406640" y="2843784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1E9E62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55" name="النسبة"/>
              <p:cNvSpPr txBox="1"/>
              <p:nvPr/>
            </p:nvSpPr>
            <p:spPr>
              <a:xfrm>
                <a:off x="6949440" y="2807208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1E9E62"/>
                    </a:solidFill>
                    <a:latin typeface="Markazi Text" pitchFamily="2" charset="-78"/>
                    <a:cs typeface="Markazi Text" pitchFamily="2" charset="-78"/>
                  </a:rPr>
                  <a:t>100%</a:t>
                </a:r>
              </a:p>
            </p:txBody>
          </p:sp>
        </p:grpSp>
        <p:sp>
          <p:nvSpPr>
            <p:cNvPr id="57" name="علامة تم"/>
            <p:cNvSpPr/>
            <p:nvPr/>
          </p:nvSpPr>
          <p:spPr>
            <a:xfrm>
              <a:off x="6611112" y="2889504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58" name="ما تم"/>
            <p:cNvSpPr txBox="1"/>
            <p:nvPr/>
          </p:nvSpPr>
          <p:spPr>
            <a:xfrm>
              <a:off x="4599432" y="2798064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الدورة جاهزة على المنصة</a:t>
              </a:r>
            </a:p>
          </p:txBody>
        </p:sp>
        <p:sp>
          <p:nvSpPr>
            <p:cNvPr id="59" name="سهم"/>
            <p:cNvSpPr/>
            <p:nvPr/>
          </p:nvSpPr>
          <p:spPr>
            <a:xfrm>
              <a:off x="4233672" y="2907792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60" name="الخطوة القادمة"/>
            <p:cNvSpPr txBox="1"/>
            <p:nvPr/>
          </p:nvSpPr>
          <p:spPr>
            <a:xfrm>
              <a:off x="2084832" y="2798064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الإطلاق 18 أكتوبر على أذكى X</a:t>
              </a:r>
            </a:p>
          </p:txBody>
        </p:sp>
        <p:sp>
          <p:nvSpPr>
            <p:cNvPr id="61" name="الجاهزية"/>
            <p:cNvSpPr/>
            <p:nvPr/>
          </p:nvSpPr>
          <p:spPr>
            <a:xfrm>
              <a:off x="786384" y="2843784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1E9E62"/>
                  </a:solidFill>
                  <a:latin typeface="Markazi Text" pitchFamily="2" charset="-78"/>
                  <a:cs typeface="Markazi Text" pitchFamily="2" charset="-78"/>
                </a:rPr>
                <a:t>جاهزة</a:t>
              </a:r>
            </a:p>
          </p:txBody>
        </p:sp>
      </p:grpSp>
      <p:grpSp>
        <p:nvGrpSpPr>
          <p:cNvPr id="79" name="صف مهمة 3"/>
          <p:cNvGrpSpPr/>
          <p:nvPr/>
        </p:nvGrpSpPr>
        <p:grpSpPr>
          <a:xfrm>
            <a:off x="731520" y="3182112"/>
            <a:ext cx="9765792" cy="384048"/>
            <a:chOff x="731520" y="3182112"/>
            <a:chExt cx="9765792" cy="384048"/>
          </a:xfrm>
        </p:grpSpPr>
        <p:sp>
          <p:nvSpPr>
            <p:cNvPr id="63" name="خلفية الصف"/>
            <p:cNvSpPr/>
            <p:nvPr/>
          </p:nvSpPr>
          <p:spPr>
            <a:xfrm>
              <a:off x="731520" y="3182112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64" name="فاصل عمود"/>
            <p:cNvCxnSpPr/>
            <p:nvPr/>
          </p:nvCxnSpPr>
          <p:spPr>
            <a:xfrm>
              <a:off x="7790688" y="3236976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5" name="فاصل عمود"/>
            <p:cNvCxnSpPr/>
            <p:nvPr/>
          </p:nvCxnSpPr>
          <p:spPr>
            <a:xfrm>
              <a:off x="6922008" y="3236976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6" name="فاصل عمود"/>
            <p:cNvCxnSpPr/>
            <p:nvPr/>
          </p:nvCxnSpPr>
          <p:spPr>
            <a:xfrm>
              <a:off x="4544568" y="3236976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67" name="فاصل عمود"/>
            <p:cNvCxnSpPr/>
            <p:nvPr/>
          </p:nvCxnSpPr>
          <p:spPr>
            <a:xfrm>
              <a:off x="2029968" y="3236976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68" name="Picture 67" descr="document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14978" y="3227832"/>
              <a:ext cx="289179" cy="292608"/>
            </a:xfrm>
            <a:prstGeom prst="rect">
              <a:avLst/>
            </a:prstGeom>
          </p:spPr>
        </p:pic>
        <p:sp>
          <p:nvSpPr>
            <p:cNvPr id="69" name="المهمة"/>
            <p:cNvSpPr txBox="1"/>
            <p:nvPr/>
          </p:nvSpPr>
          <p:spPr>
            <a:xfrm>
              <a:off x="7845552" y="3182112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تصنيف البيانات</a:t>
              </a:r>
            </a:p>
          </p:txBody>
        </p:sp>
        <p:grpSp>
          <p:nvGrpSpPr>
            <p:cNvPr id="73" name="حلقة الإنجاز 40%"/>
            <p:cNvGrpSpPr/>
            <p:nvPr/>
          </p:nvGrpSpPr>
          <p:grpSpPr>
            <a:xfrm>
              <a:off x="6949440" y="3191256"/>
              <a:ext cx="749808" cy="365760"/>
              <a:chOff x="6949440" y="3191256"/>
              <a:chExt cx="749808" cy="365760"/>
            </a:xfrm>
          </p:grpSpPr>
          <p:sp>
            <p:nvSpPr>
              <p:cNvPr id="70" name="مسار الحلقة"/>
              <p:cNvSpPr/>
              <p:nvPr/>
            </p:nvSpPr>
            <p:spPr>
              <a:xfrm>
                <a:off x="7406640" y="3227832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1" name="قوس الإنجاز (اسحب المقبض الأصفر)"/>
              <p:cNvSpPr/>
              <p:nvPr/>
            </p:nvSpPr>
            <p:spPr>
              <a:xfrm>
                <a:off x="7406640" y="3227832"/>
                <a:ext cx="292608" cy="292608"/>
              </a:xfrm>
              <a:prstGeom prst="blockArc">
                <a:avLst>
                  <a:gd name="adj1" fmla="val 16200000"/>
                  <a:gd name="adj2" fmla="val 324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2" name="النسبة"/>
              <p:cNvSpPr txBox="1"/>
              <p:nvPr/>
            </p:nvSpPr>
            <p:spPr>
              <a:xfrm>
                <a:off x="6949440" y="3191256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40%</a:t>
                </a:r>
              </a:p>
            </p:txBody>
          </p:sp>
        </p:grpSp>
        <p:sp>
          <p:nvSpPr>
            <p:cNvPr id="74" name="علامة تم"/>
            <p:cNvSpPr/>
            <p:nvPr/>
          </p:nvSpPr>
          <p:spPr>
            <a:xfrm>
              <a:off x="6611112" y="3273552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75" name="ما تم"/>
            <p:cNvSpPr txBox="1"/>
            <p:nvPr/>
          </p:nvSpPr>
          <p:spPr>
            <a:xfrm>
              <a:off x="4599432" y="3182112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تصميم المحتوى</a:t>
              </a:r>
            </a:p>
          </p:txBody>
        </p:sp>
        <p:sp>
          <p:nvSpPr>
            <p:cNvPr id="76" name="سهم"/>
            <p:cNvSpPr/>
            <p:nvPr/>
          </p:nvSpPr>
          <p:spPr>
            <a:xfrm>
              <a:off x="4233672" y="3291840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77" name="الخطوة القادمة"/>
            <p:cNvSpPr txBox="1"/>
            <p:nvPr/>
          </p:nvSpPr>
          <p:spPr>
            <a:xfrm>
              <a:off x="2084832" y="3182112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تطوير المحتوى</a:t>
              </a:r>
            </a:p>
          </p:txBody>
        </p:sp>
        <p:sp>
          <p:nvSpPr>
            <p:cNvPr id="78" name="الجاهزية"/>
            <p:cNvSpPr/>
            <p:nvPr/>
          </p:nvSpPr>
          <p:spPr>
            <a:xfrm>
              <a:off x="786384" y="3227832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15 نوفمبر</a:t>
              </a:r>
            </a:p>
          </p:txBody>
        </p:sp>
      </p:grpSp>
      <p:grpSp>
        <p:nvGrpSpPr>
          <p:cNvPr id="96" name="صف مهمة 4"/>
          <p:cNvGrpSpPr/>
          <p:nvPr/>
        </p:nvGrpSpPr>
        <p:grpSpPr>
          <a:xfrm>
            <a:off x="731520" y="3566160"/>
            <a:ext cx="9765792" cy="384048"/>
            <a:chOff x="731520" y="3566160"/>
            <a:chExt cx="9765792" cy="384048"/>
          </a:xfrm>
        </p:grpSpPr>
        <p:sp>
          <p:nvSpPr>
            <p:cNvPr id="80" name="خلفية الصف"/>
            <p:cNvSpPr/>
            <p:nvPr/>
          </p:nvSpPr>
          <p:spPr>
            <a:xfrm>
              <a:off x="731520" y="3566160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81" name="فاصل عمود"/>
            <p:cNvCxnSpPr/>
            <p:nvPr/>
          </p:nvCxnSpPr>
          <p:spPr>
            <a:xfrm>
              <a:off x="7790688" y="3621024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2" name="فاصل عمود"/>
            <p:cNvCxnSpPr/>
            <p:nvPr/>
          </p:nvCxnSpPr>
          <p:spPr>
            <a:xfrm>
              <a:off x="6922008" y="3621024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3" name="فاصل عمود"/>
            <p:cNvCxnSpPr/>
            <p:nvPr/>
          </p:nvCxnSpPr>
          <p:spPr>
            <a:xfrm>
              <a:off x="4544568" y="3621024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84" name="فاصل عمود"/>
            <p:cNvCxnSpPr/>
            <p:nvPr/>
          </p:nvCxnSpPr>
          <p:spPr>
            <a:xfrm>
              <a:off x="2029968" y="3621024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85" name="Picture 84" descr="ai_brain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13264" y="3616452"/>
              <a:ext cx="292608" cy="283464"/>
            </a:xfrm>
            <a:prstGeom prst="rect">
              <a:avLst/>
            </a:prstGeom>
          </p:spPr>
        </p:pic>
        <p:sp>
          <p:nvSpPr>
            <p:cNvPr id="86" name="المهمة"/>
            <p:cNvSpPr txBox="1"/>
            <p:nvPr/>
          </p:nvSpPr>
          <p:spPr>
            <a:xfrm>
              <a:off x="7845552" y="3566160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حالات استخدام على منصة سياج</a:t>
              </a:r>
            </a:p>
          </p:txBody>
        </p:sp>
        <p:grpSp>
          <p:nvGrpSpPr>
            <p:cNvPr id="90" name="حلقة الإنجاز 50%"/>
            <p:cNvGrpSpPr/>
            <p:nvPr/>
          </p:nvGrpSpPr>
          <p:grpSpPr>
            <a:xfrm>
              <a:off x="6949440" y="3575304"/>
              <a:ext cx="749808" cy="365760"/>
              <a:chOff x="6949440" y="3575304"/>
              <a:chExt cx="749808" cy="365760"/>
            </a:xfrm>
          </p:grpSpPr>
          <p:sp>
            <p:nvSpPr>
              <p:cNvPr id="87" name="مسار الحلقة"/>
              <p:cNvSpPr/>
              <p:nvPr/>
            </p:nvSpPr>
            <p:spPr>
              <a:xfrm>
                <a:off x="7406640" y="3611880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88" name="قوس الإنجاز (اسحب المقبض الأصفر)"/>
              <p:cNvSpPr/>
              <p:nvPr/>
            </p:nvSpPr>
            <p:spPr>
              <a:xfrm>
                <a:off x="7406640" y="3611880"/>
                <a:ext cx="292608" cy="292608"/>
              </a:xfrm>
              <a:prstGeom prst="blockArc">
                <a:avLst>
                  <a:gd name="adj1" fmla="val 16200000"/>
                  <a:gd name="adj2" fmla="val 540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89" name="النسبة"/>
              <p:cNvSpPr txBox="1"/>
              <p:nvPr/>
            </p:nvSpPr>
            <p:spPr>
              <a:xfrm>
                <a:off x="6949440" y="3575304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50%</a:t>
                </a:r>
              </a:p>
            </p:txBody>
          </p:sp>
        </p:grpSp>
        <p:sp>
          <p:nvSpPr>
            <p:cNvPr id="91" name="علامة تم"/>
            <p:cNvSpPr/>
            <p:nvPr/>
          </p:nvSpPr>
          <p:spPr>
            <a:xfrm>
              <a:off x="6611112" y="3657600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92" name="ما تم"/>
            <p:cNvSpPr txBox="1"/>
            <p:nvPr/>
          </p:nvSpPr>
          <p:spPr>
            <a:xfrm>
              <a:off x="4599432" y="3566160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إنجاز 5 من 10 حالات استخدام</a:t>
              </a:r>
            </a:p>
          </p:txBody>
        </p:sp>
        <p:sp>
          <p:nvSpPr>
            <p:cNvPr id="93" name="سهم"/>
            <p:cNvSpPr/>
            <p:nvPr/>
          </p:nvSpPr>
          <p:spPr>
            <a:xfrm>
              <a:off x="4233672" y="3675888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94" name="الخطوة القادمة"/>
            <p:cNvSpPr txBox="1"/>
            <p:nvPr/>
          </p:nvSpPr>
          <p:spPr>
            <a:xfrm>
              <a:off x="2084832" y="3566160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استكمال الحالات الخمس المتبقية</a:t>
              </a:r>
            </a:p>
          </p:txBody>
        </p:sp>
        <p:sp>
          <p:nvSpPr>
            <p:cNvPr id="95" name="الجاهزية"/>
            <p:cNvSpPr/>
            <p:nvPr/>
          </p:nvSpPr>
          <p:spPr>
            <a:xfrm>
              <a:off x="786384" y="3611880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30 أكتوبر</a:t>
              </a:r>
            </a:p>
          </p:txBody>
        </p:sp>
      </p:grpSp>
      <p:sp>
        <p:nvSpPr>
          <p:cNvPr id="97" name="شريط المجموعة الدورات التدريبية"/>
          <p:cNvSpPr/>
          <p:nvPr/>
        </p:nvSpPr>
        <p:spPr>
          <a:xfrm>
            <a:off x="10533888" y="2075688"/>
            <a:ext cx="493776" cy="1847088"/>
          </a:xfrm>
          <a:prstGeom prst="roundRect">
            <a:avLst>
              <a:gd name="adj" fmla="val 11111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الدورات</a:t>
            </a:r>
          </a:p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التدريبية</a:t>
            </a:r>
          </a:p>
        </p:txBody>
      </p:sp>
      <p:grpSp>
        <p:nvGrpSpPr>
          <p:cNvPr id="114" name="صف مهمة 5"/>
          <p:cNvGrpSpPr/>
          <p:nvPr/>
        </p:nvGrpSpPr>
        <p:grpSpPr>
          <a:xfrm>
            <a:off x="731520" y="3950208"/>
            <a:ext cx="9765792" cy="539991"/>
            <a:chOff x="731520" y="3950208"/>
            <a:chExt cx="9765792" cy="539991"/>
          </a:xfrm>
        </p:grpSpPr>
        <p:sp>
          <p:nvSpPr>
            <p:cNvPr id="98" name="خلفية الصف"/>
            <p:cNvSpPr/>
            <p:nvPr/>
          </p:nvSpPr>
          <p:spPr>
            <a:xfrm>
              <a:off x="731520" y="3950208"/>
              <a:ext cx="9765792" cy="5399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99" name="فاصل عمود"/>
            <p:cNvCxnSpPr/>
            <p:nvPr/>
          </p:nvCxnSpPr>
          <p:spPr>
            <a:xfrm>
              <a:off x="7790688" y="4005072"/>
              <a:ext cx="0" cy="430263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00" name="فاصل عمود"/>
            <p:cNvCxnSpPr/>
            <p:nvPr/>
          </p:nvCxnSpPr>
          <p:spPr>
            <a:xfrm>
              <a:off x="6922008" y="4005072"/>
              <a:ext cx="0" cy="430263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01" name="فاصل عمود"/>
            <p:cNvCxnSpPr/>
            <p:nvPr/>
          </p:nvCxnSpPr>
          <p:spPr>
            <a:xfrm>
              <a:off x="4544568" y="4005072"/>
              <a:ext cx="0" cy="430263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02" name="فاصل عمود"/>
            <p:cNvCxnSpPr/>
            <p:nvPr/>
          </p:nvCxnSpPr>
          <p:spPr>
            <a:xfrm>
              <a:off x="2029968" y="4005072"/>
              <a:ext cx="0" cy="430263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103" name="Picture 102" descr="microphon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66414" y="4073900"/>
              <a:ext cx="186309" cy="292608"/>
            </a:xfrm>
            <a:prstGeom prst="rect">
              <a:avLst/>
            </a:prstGeom>
          </p:spPr>
        </p:pic>
        <p:sp>
          <p:nvSpPr>
            <p:cNvPr id="104" name="المهمة"/>
            <p:cNvSpPr txBox="1"/>
            <p:nvPr/>
          </p:nvSpPr>
          <p:spPr>
            <a:xfrm>
              <a:off x="7845552" y="3950208"/>
              <a:ext cx="2194560" cy="5399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خطة تعديل الصوتيات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المستخدمة في البرامج التدريبية</a:t>
              </a:r>
            </a:p>
          </p:txBody>
        </p:sp>
        <p:grpSp>
          <p:nvGrpSpPr>
            <p:cNvPr id="108" name="حلقة الإنجاز 25%"/>
            <p:cNvGrpSpPr/>
            <p:nvPr/>
          </p:nvGrpSpPr>
          <p:grpSpPr>
            <a:xfrm>
              <a:off x="6949440" y="4037324"/>
              <a:ext cx="749808" cy="365760"/>
              <a:chOff x="6949440" y="4037324"/>
              <a:chExt cx="749808" cy="365760"/>
            </a:xfrm>
          </p:grpSpPr>
          <p:sp>
            <p:nvSpPr>
              <p:cNvPr id="105" name="مسار الحلقة"/>
              <p:cNvSpPr/>
              <p:nvPr/>
            </p:nvSpPr>
            <p:spPr>
              <a:xfrm>
                <a:off x="7406640" y="4073900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06" name="قوس الإنجاز (اسحب المقبض الأصفر)"/>
              <p:cNvSpPr/>
              <p:nvPr/>
            </p:nvSpPr>
            <p:spPr>
              <a:xfrm>
                <a:off x="7406640" y="4073900"/>
                <a:ext cx="292608" cy="292608"/>
              </a:xfrm>
              <a:prstGeom prst="blockArc">
                <a:avLst>
                  <a:gd name="adj1" fmla="val 16200000"/>
                  <a:gd name="adj2" fmla="val 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07" name="النسبة"/>
              <p:cNvSpPr txBox="1"/>
              <p:nvPr/>
            </p:nvSpPr>
            <p:spPr>
              <a:xfrm>
                <a:off x="6949440" y="4037324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25%</a:t>
                </a:r>
              </a:p>
            </p:txBody>
          </p:sp>
        </p:grpSp>
        <p:sp>
          <p:nvSpPr>
            <p:cNvPr id="109" name="علامة تم"/>
            <p:cNvSpPr/>
            <p:nvPr/>
          </p:nvSpPr>
          <p:spPr>
            <a:xfrm>
              <a:off x="6611112" y="4119620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110" name="ما تم"/>
            <p:cNvSpPr txBox="1"/>
            <p:nvPr/>
          </p:nvSpPr>
          <p:spPr>
            <a:xfrm>
              <a:off x="4599432" y="3950208"/>
              <a:ext cx="1920240" cy="5399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تحديد الصوت المناسب، ووضع الخطة لتطبيقه على الدورات</a:t>
              </a:r>
            </a:p>
          </p:txBody>
        </p:sp>
        <p:sp>
          <p:nvSpPr>
            <p:cNvPr id="111" name="سهم"/>
            <p:cNvSpPr/>
            <p:nvPr/>
          </p:nvSpPr>
          <p:spPr>
            <a:xfrm>
              <a:off x="4233672" y="4137908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12" name="الخطوة القادمة"/>
            <p:cNvSpPr txBox="1"/>
            <p:nvPr/>
          </p:nvSpPr>
          <p:spPr>
            <a:xfrm>
              <a:off x="2084832" y="3950208"/>
              <a:ext cx="2057400" cy="53999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التطبيق على سماي ٢، حماية البيانات الشخصية</a:t>
              </a:r>
            </a:p>
          </p:txBody>
        </p:sp>
        <p:sp>
          <p:nvSpPr>
            <p:cNvPr id="113" name="الجاهزية"/>
            <p:cNvSpPr/>
            <p:nvPr/>
          </p:nvSpPr>
          <p:spPr>
            <a:xfrm>
              <a:off x="786384" y="3995928"/>
              <a:ext cx="1188720" cy="448551"/>
            </a:xfrm>
            <a:prstGeom prst="roundRect">
              <a:avLst>
                <a:gd name="adj" fmla="val 16308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4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سماي ٢: 20 أكتوبر</a:t>
              </a:r>
            </a:p>
            <a:p>
              <a:pPr algn="ctr" rtl="1">
                <a:lnSpc>
                  <a:spcPct val="93000"/>
                </a:lnSpc>
              </a:pPr>
              <a:r>
                <a:rPr lang="ar-SA" sz="14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الحماية: 27 أكتوبر</a:t>
              </a:r>
            </a:p>
          </p:txBody>
        </p:sp>
      </p:grpSp>
      <p:sp>
        <p:nvSpPr>
          <p:cNvPr id="115" name="شريط المجموعة الخطة"/>
          <p:cNvSpPr/>
          <p:nvPr/>
        </p:nvSpPr>
        <p:spPr>
          <a:xfrm>
            <a:off x="10533888" y="3977640"/>
            <a:ext cx="493776" cy="485127"/>
          </a:xfrm>
          <a:prstGeom prst="roundRect">
            <a:avLst>
              <a:gd name="adj" fmla="val 11309"/>
            </a:avLst>
          </a:prstGeom>
          <a:solidFill>
            <a:srgbClr val="067E6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الخطة</a:t>
            </a:r>
          </a:p>
        </p:txBody>
      </p:sp>
      <p:grpSp>
        <p:nvGrpSpPr>
          <p:cNvPr id="132" name="صف مهمة 6"/>
          <p:cNvGrpSpPr/>
          <p:nvPr/>
        </p:nvGrpSpPr>
        <p:grpSpPr>
          <a:xfrm>
            <a:off x="731520" y="4490199"/>
            <a:ext cx="9765792" cy="384048"/>
            <a:chOff x="731520" y="4490199"/>
            <a:chExt cx="9765792" cy="384048"/>
          </a:xfrm>
        </p:grpSpPr>
        <p:sp>
          <p:nvSpPr>
            <p:cNvPr id="116" name="خلفية الصف"/>
            <p:cNvSpPr/>
            <p:nvPr/>
          </p:nvSpPr>
          <p:spPr>
            <a:xfrm>
              <a:off x="731520" y="4490199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117" name="فاصل عمود"/>
            <p:cNvCxnSpPr/>
            <p:nvPr/>
          </p:nvCxnSpPr>
          <p:spPr>
            <a:xfrm>
              <a:off x="7790688" y="4545063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18" name="فاصل عمود"/>
            <p:cNvCxnSpPr/>
            <p:nvPr/>
          </p:nvCxnSpPr>
          <p:spPr>
            <a:xfrm>
              <a:off x="6922008" y="4545063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19" name="فاصل عمود"/>
            <p:cNvCxnSpPr/>
            <p:nvPr/>
          </p:nvCxnSpPr>
          <p:spPr>
            <a:xfrm>
              <a:off x="4544568" y="4545063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20" name="فاصل عمود"/>
            <p:cNvCxnSpPr/>
            <p:nvPr/>
          </p:nvCxnSpPr>
          <p:spPr>
            <a:xfrm>
              <a:off x="2029968" y="4545063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121" name="Picture 120" descr="automation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21836" y="4535919"/>
              <a:ext cx="275463" cy="292608"/>
            </a:xfrm>
            <a:prstGeom prst="rect">
              <a:avLst/>
            </a:prstGeom>
          </p:spPr>
        </p:pic>
        <p:sp>
          <p:nvSpPr>
            <p:cNvPr id="122" name="المهمة"/>
            <p:cNvSpPr txBox="1"/>
            <p:nvPr/>
          </p:nvSpPr>
          <p:spPr>
            <a:xfrm>
              <a:off x="7845552" y="4490199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نظام تطوير المحتوى</a:t>
              </a:r>
            </a:p>
          </p:txBody>
        </p:sp>
        <p:grpSp>
          <p:nvGrpSpPr>
            <p:cNvPr id="126" name="حلقة الإنجاز 75%"/>
            <p:cNvGrpSpPr/>
            <p:nvPr/>
          </p:nvGrpSpPr>
          <p:grpSpPr>
            <a:xfrm>
              <a:off x="6949440" y="4499343"/>
              <a:ext cx="749808" cy="365760"/>
              <a:chOff x="6949440" y="4499343"/>
              <a:chExt cx="749808" cy="365760"/>
            </a:xfrm>
          </p:grpSpPr>
          <p:sp>
            <p:nvSpPr>
              <p:cNvPr id="123" name="مسار الحلقة"/>
              <p:cNvSpPr/>
              <p:nvPr/>
            </p:nvSpPr>
            <p:spPr>
              <a:xfrm>
                <a:off x="7406640" y="4535919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24" name="قوس الإنجاز (اسحب المقبض الأصفر)"/>
              <p:cNvSpPr/>
              <p:nvPr/>
            </p:nvSpPr>
            <p:spPr>
              <a:xfrm>
                <a:off x="7406640" y="4535919"/>
                <a:ext cx="292608" cy="292608"/>
              </a:xfrm>
              <a:prstGeom prst="blockArc">
                <a:avLst>
                  <a:gd name="adj1" fmla="val 16200000"/>
                  <a:gd name="adj2" fmla="val 1080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25" name="النسبة"/>
              <p:cNvSpPr txBox="1"/>
              <p:nvPr/>
            </p:nvSpPr>
            <p:spPr>
              <a:xfrm>
                <a:off x="6949440" y="4499343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75%</a:t>
                </a:r>
              </a:p>
            </p:txBody>
          </p:sp>
        </p:grpSp>
        <p:sp>
          <p:nvSpPr>
            <p:cNvPr id="127" name="علامة تم"/>
            <p:cNvSpPr/>
            <p:nvPr/>
          </p:nvSpPr>
          <p:spPr>
            <a:xfrm>
              <a:off x="6611112" y="4581639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128" name="ما تم"/>
            <p:cNvSpPr txBox="1"/>
            <p:nvPr/>
          </p:nvSpPr>
          <p:spPr>
            <a:xfrm>
              <a:off x="4599432" y="4490199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اكتمال الواجهات والوكلاء</a:t>
              </a:r>
            </a:p>
          </p:txBody>
        </p:sp>
        <p:sp>
          <p:nvSpPr>
            <p:cNvPr id="129" name="سهم"/>
            <p:cNvSpPr/>
            <p:nvPr/>
          </p:nvSpPr>
          <p:spPr>
            <a:xfrm>
              <a:off x="4233672" y="4599927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30" name="الخطوة القادمة"/>
            <p:cNvSpPr txBox="1"/>
            <p:nvPr/>
          </p:nvSpPr>
          <p:spPr>
            <a:xfrm>
              <a:off x="2084832" y="4490199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اختبار النظام</a:t>
              </a:r>
            </a:p>
          </p:txBody>
        </p:sp>
        <p:sp>
          <p:nvSpPr>
            <p:cNvPr id="131" name="الجاهزية"/>
            <p:cNvSpPr/>
            <p:nvPr/>
          </p:nvSpPr>
          <p:spPr>
            <a:xfrm>
              <a:off x="786384" y="4535919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30 أكتوبر</a:t>
              </a:r>
            </a:p>
          </p:txBody>
        </p:sp>
      </p:grpSp>
      <p:sp>
        <p:nvSpPr>
          <p:cNvPr id="133" name="شريط المجموعة الأنظمة"/>
          <p:cNvSpPr/>
          <p:nvPr/>
        </p:nvSpPr>
        <p:spPr>
          <a:xfrm>
            <a:off x="10533888" y="4517631"/>
            <a:ext cx="493776" cy="329184"/>
          </a:xfrm>
          <a:prstGeom prst="roundRect">
            <a:avLst>
              <a:gd name="adj" fmla="val 16666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الأنظمة</a:t>
            </a:r>
          </a:p>
        </p:txBody>
      </p:sp>
      <p:grpSp>
        <p:nvGrpSpPr>
          <p:cNvPr id="150" name="صف مهمة 7"/>
          <p:cNvGrpSpPr/>
          <p:nvPr/>
        </p:nvGrpSpPr>
        <p:grpSpPr>
          <a:xfrm>
            <a:off x="731520" y="4874247"/>
            <a:ext cx="9765792" cy="384048"/>
            <a:chOff x="731520" y="4874247"/>
            <a:chExt cx="9765792" cy="384048"/>
          </a:xfrm>
        </p:grpSpPr>
        <p:sp>
          <p:nvSpPr>
            <p:cNvPr id="134" name="خلفية الصف"/>
            <p:cNvSpPr/>
            <p:nvPr/>
          </p:nvSpPr>
          <p:spPr>
            <a:xfrm>
              <a:off x="731520" y="4874247"/>
              <a:ext cx="9765792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135" name="فاصل عمود"/>
            <p:cNvCxnSpPr/>
            <p:nvPr/>
          </p:nvCxnSpPr>
          <p:spPr>
            <a:xfrm>
              <a:off x="7790688" y="4929111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36" name="فاصل عمود"/>
            <p:cNvCxnSpPr/>
            <p:nvPr/>
          </p:nvCxnSpPr>
          <p:spPr>
            <a:xfrm>
              <a:off x="6922008" y="4929111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37" name="فاصل عمود"/>
            <p:cNvCxnSpPr/>
            <p:nvPr/>
          </p:nvCxnSpPr>
          <p:spPr>
            <a:xfrm>
              <a:off x="4544568" y="4929111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138" name="فاصل عمود"/>
            <p:cNvCxnSpPr/>
            <p:nvPr/>
          </p:nvCxnSpPr>
          <p:spPr>
            <a:xfrm>
              <a:off x="2029968" y="4929111"/>
              <a:ext cx="0" cy="27432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139" name="Picture 138" descr="analytics_clou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36696" y="4919967"/>
              <a:ext cx="245745" cy="292608"/>
            </a:xfrm>
            <a:prstGeom prst="rect">
              <a:avLst/>
            </a:prstGeom>
          </p:spPr>
        </p:pic>
        <p:sp>
          <p:nvSpPr>
            <p:cNvPr id="140" name="المهمة"/>
            <p:cNvSpPr txBox="1"/>
            <p:nvPr/>
          </p:nvSpPr>
          <p:spPr>
            <a:xfrm>
              <a:off x="7845552" y="4874247"/>
              <a:ext cx="219456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التقرير الأسبوعي</a:t>
              </a:r>
            </a:p>
          </p:txBody>
        </p:sp>
        <p:grpSp>
          <p:nvGrpSpPr>
            <p:cNvPr id="144" name="حلقة الإنجاز 50%"/>
            <p:cNvGrpSpPr/>
            <p:nvPr/>
          </p:nvGrpSpPr>
          <p:grpSpPr>
            <a:xfrm>
              <a:off x="6949440" y="4883391"/>
              <a:ext cx="749808" cy="365760"/>
              <a:chOff x="6949440" y="4883391"/>
              <a:chExt cx="749808" cy="365760"/>
            </a:xfrm>
          </p:grpSpPr>
          <p:sp>
            <p:nvSpPr>
              <p:cNvPr id="141" name="مسار الحلقة"/>
              <p:cNvSpPr/>
              <p:nvPr/>
            </p:nvSpPr>
            <p:spPr>
              <a:xfrm>
                <a:off x="7406640" y="4919967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42" name="قوس الإنجاز (اسحب المقبض الأصفر)"/>
              <p:cNvSpPr/>
              <p:nvPr/>
            </p:nvSpPr>
            <p:spPr>
              <a:xfrm>
                <a:off x="7406640" y="4919967"/>
                <a:ext cx="292608" cy="292608"/>
              </a:xfrm>
              <a:prstGeom prst="blockArc">
                <a:avLst>
                  <a:gd name="adj1" fmla="val 16200000"/>
                  <a:gd name="adj2" fmla="val 540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43" name="النسبة"/>
              <p:cNvSpPr txBox="1"/>
              <p:nvPr/>
            </p:nvSpPr>
            <p:spPr>
              <a:xfrm>
                <a:off x="6949440" y="4883391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50%</a:t>
                </a:r>
              </a:p>
            </p:txBody>
          </p:sp>
        </p:grpSp>
        <p:sp>
          <p:nvSpPr>
            <p:cNvPr id="145" name="علامة تم"/>
            <p:cNvSpPr/>
            <p:nvPr/>
          </p:nvSpPr>
          <p:spPr>
            <a:xfrm>
              <a:off x="6611112" y="4965687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146" name="ما تم"/>
            <p:cNvSpPr txBox="1"/>
            <p:nvPr/>
          </p:nvSpPr>
          <p:spPr>
            <a:xfrm>
              <a:off x="4599432" y="4874247"/>
              <a:ext cx="192024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تصميم التقرير الأسبوعي</a:t>
              </a:r>
            </a:p>
          </p:txBody>
        </p:sp>
        <p:sp>
          <p:nvSpPr>
            <p:cNvPr id="147" name="سهم"/>
            <p:cNvSpPr/>
            <p:nvPr/>
          </p:nvSpPr>
          <p:spPr>
            <a:xfrm>
              <a:off x="4233672" y="4983975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148" name="الخطوة القادمة"/>
            <p:cNvSpPr txBox="1"/>
            <p:nvPr/>
          </p:nvSpPr>
          <p:spPr>
            <a:xfrm>
              <a:off x="2084832" y="4874247"/>
              <a:ext cx="20574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إعادة تصميم التقرير الأسبوعي</a:t>
              </a:r>
            </a:p>
          </p:txBody>
        </p:sp>
        <p:sp>
          <p:nvSpPr>
            <p:cNvPr id="149" name="الجاهزية"/>
            <p:cNvSpPr/>
            <p:nvPr/>
          </p:nvSpPr>
          <p:spPr>
            <a:xfrm>
              <a:off x="786384" y="4919967"/>
              <a:ext cx="1188720" cy="292608"/>
            </a:xfrm>
            <a:prstGeom prst="roundRect">
              <a:avLst>
                <a:gd name="adj" fmla="val 25000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15 أكتوبر</a:t>
              </a:r>
            </a:p>
          </p:txBody>
        </p:sp>
      </p:grpSp>
      <p:sp>
        <p:nvSpPr>
          <p:cNvPr id="151" name="شريط المجموعة التقارير"/>
          <p:cNvSpPr/>
          <p:nvPr/>
        </p:nvSpPr>
        <p:spPr>
          <a:xfrm>
            <a:off x="10533888" y="4901679"/>
            <a:ext cx="493776" cy="329184"/>
          </a:xfrm>
          <a:prstGeom prst="roundRect">
            <a:avLst>
              <a:gd name="adj" fmla="val 16666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التقارير</a:t>
            </a:r>
          </a:p>
        </p:txBody>
      </p:sp>
      <p:sp>
        <p:nvSpPr>
          <p:cNvPr id="152" name="شريط المجموعة لم تبدأ"/>
          <p:cNvSpPr/>
          <p:nvPr/>
        </p:nvSpPr>
        <p:spPr>
          <a:xfrm>
            <a:off x="10533888" y="5368023"/>
            <a:ext cx="493776" cy="512064"/>
          </a:xfrm>
          <a:prstGeom prst="roundRect">
            <a:avLst>
              <a:gd name="adj" fmla="val 11111"/>
            </a:avLst>
          </a:prstGeom>
          <a:solidFill>
            <a:srgbClr val="8C93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3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لم تبدأ</a:t>
            </a:r>
          </a:p>
        </p:txBody>
      </p:sp>
      <p:grpSp>
        <p:nvGrpSpPr>
          <p:cNvPr id="156" name="بطاقة لم تبدأ 1"/>
          <p:cNvGrpSpPr/>
          <p:nvPr/>
        </p:nvGrpSpPr>
        <p:grpSpPr>
          <a:xfrm>
            <a:off x="5705856" y="5368023"/>
            <a:ext cx="4791456" cy="512064"/>
            <a:chOff x="5705856" y="5368023"/>
            <a:chExt cx="4791456" cy="512064"/>
          </a:xfrm>
        </p:grpSpPr>
        <p:sp>
          <p:nvSpPr>
            <p:cNvPr id="153" name="خلفية البطاقة"/>
            <p:cNvSpPr/>
            <p:nvPr/>
          </p:nvSpPr>
          <p:spPr>
            <a:xfrm>
              <a:off x="5705856" y="5368023"/>
              <a:ext cx="4791456" cy="512064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pic>
          <p:nvPicPr>
            <p:cNvPr id="154" name="Picture 153" descr="review_bug__faint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03536" y="5450998"/>
              <a:ext cx="347472" cy="346115"/>
            </a:xfrm>
            <a:prstGeom prst="rect">
              <a:avLst/>
            </a:prstGeom>
          </p:spPr>
        </p:pic>
        <p:sp>
          <p:nvSpPr>
            <p:cNvPr id="155" name="نص البطاقة"/>
            <p:cNvSpPr txBox="1"/>
            <p:nvPr/>
          </p:nvSpPr>
          <p:spPr>
            <a:xfrm>
              <a:off x="5852160" y="5404599"/>
              <a:ext cx="402336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تطوير دورة جودة البيانات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يبدأ 15 نوفمبر  ·  الجاهزية 30 ديسمبر</a:t>
              </a:r>
            </a:p>
          </p:txBody>
        </p:sp>
      </p:grpSp>
      <p:grpSp>
        <p:nvGrpSpPr>
          <p:cNvPr id="160" name="بطاقة لم تبدأ 2"/>
          <p:cNvGrpSpPr/>
          <p:nvPr/>
        </p:nvGrpSpPr>
        <p:grpSpPr>
          <a:xfrm>
            <a:off x="731520" y="5368023"/>
            <a:ext cx="4791456" cy="512064"/>
            <a:chOff x="731520" y="5368023"/>
            <a:chExt cx="4791456" cy="512064"/>
          </a:xfrm>
        </p:grpSpPr>
        <p:sp>
          <p:nvSpPr>
            <p:cNvPr id="157" name="خلفية البطاقة"/>
            <p:cNvSpPr/>
            <p:nvPr/>
          </p:nvSpPr>
          <p:spPr>
            <a:xfrm>
              <a:off x="731520" y="5368023"/>
              <a:ext cx="4791456" cy="512064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pic>
          <p:nvPicPr>
            <p:cNvPr id="158" name="Picture 157" descr="dashboard__faint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92315" y="5450319"/>
              <a:ext cx="221242" cy="347472"/>
            </a:xfrm>
            <a:prstGeom prst="rect">
              <a:avLst/>
            </a:prstGeom>
          </p:spPr>
        </p:pic>
        <p:sp>
          <p:nvSpPr>
            <p:cNvPr id="159" name="نص البطاقة"/>
            <p:cNvSpPr txBox="1"/>
            <p:nvPr/>
          </p:nvSpPr>
          <p:spPr>
            <a:xfrm>
              <a:off x="877824" y="5404599"/>
              <a:ext cx="402336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تطوير دورة مؤشر نُضيء</a:t>
              </a:r>
            </a:p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595959"/>
                  </a:solidFill>
                  <a:latin typeface="Markazi Text Medium" pitchFamily="2" charset="-78"/>
                  <a:cs typeface="Markazi Text Medium" pitchFamily="2" charset="-78"/>
                </a:rPr>
                <a:t>يبدأ 1 يناير 2027  ·  الجاهزية 28 فبراير 2027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Markazi Text SemiBold" pitchFamily="2" charset="-78"/>
                <a:cs typeface="Markazi Text SemiBold" pitchFamily="2" charset="-78"/>
              </a:rPr>
              <a:t>العناصر الجاهزة للنسخ</a:t>
            </a:r>
          </a:p>
        </p:txBody>
      </p:sp>
      <p:sp>
        <p:nvSpPr>
          <p:cNvPr id="3" name="تنبيه الإخفاء"/>
          <p:cNvSpPr/>
          <p:nvPr/>
        </p:nvSpPr>
        <p:spPr>
          <a:xfrm>
            <a:off x="731520" y="841248"/>
            <a:ext cx="2313833" cy="347472"/>
          </a:xfrm>
          <a:prstGeom prst="roundRect">
            <a:avLst>
              <a:gd name="adj" fmla="val 50000"/>
            </a:avLst>
          </a:prstGeom>
          <a:solidFill>
            <a:srgbClr val="DCF3E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/>
            <a:r>
              <a:rPr lang="ar-SA" sz="1400" dirty="0">
                <a:solidFill>
                  <a:srgbClr val="067E6E"/>
                </a:solidFill>
                <a:latin typeface="Markazi Text SemiBold" pitchFamily="2" charset="-78"/>
                <a:cs typeface="Markazi Text SemiBold" pitchFamily="2" charset="-78"/>
              </a:rPr>
              <a:t>شريحة مخفية لا تظهر أثناء العرض</a:t>
            </a:r>
          </a:p>
        </p:txBody>
      </p:sp>
      <p:sp>
        <p:nvSpPr>
          <p:cNvPr id="4" name="علامة القسم"/>
          <p:cNvSpPr/>
          <p:nvPr/>
        </p:nvSpPr>
        <p:spPr>
          <a:xfrm>
            <a:off x="11009376" y="1709928"/>
            <a:ext cx="54864" cy="23774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endParaRPr lang="ar-SA"/>
          </a:p>
        </p:txBody>
      </p:sp>
      <p:sp>
        <p:nvSpPr>
          <p:cNvPr id="5" name="قسم حلقات الإنجاز"/>
          <p:cNvSpPr txBox="1"/>
          <p:nvPr/>
        </p:nvSpPr>
        <p:spPr>
          <a:xfrm>
            <a:off x="9857160" y="1645920"/>
            <a:ext cx="1060776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 rtl="1"/>
            <a:r>
              <a:rPr lang="ar-SA" sz="1700" dirty="0">
                <a:solidFill>
                  <a:srgbClr val="202B5D"/>
                </a:solidFill>
                <a:latin typeface="Markazi Text SemiBold" pitchFamily="2" charset="-78"/>
                <a:cs typeface="Markazi Text SemiBold" pitchFamily="2" charset="-78"/>
              </a:rPr>
              <a:t>حلقات الإنجاز</a:t>
            </a:r>
          </a:p>
        </p:txBody>
      </p:sp>
      <p:grpSp>
        <p:nvGrpSpPr>
          <p:cNvPr id="8" name="حلقة الإنجاز 0%"/>
          <p:cNvGrpSpPr/>
          <p:nvPr/>
        </p:nvGrpSpPr>
        <p:grpSpPr>
          <a:xfrm>
            <a:off x="10222992" y="2011680"/>
            <a:ext cx="749808" cy="365760"/>
            <a:chOff x="10222992" y="2011680"/>
            <a:chExt cx="749808" cy="365760"/>
          </a:xfrm>
        </p:grpSpPr>
        <p:sp>
          <p:nvSpPr>
            <p:cNvPr id="6" name="مسار الحلقة"/>
            <p:cNvSpPr/>
            <p:nvPr/>
          </p:nvSpPr>
          <p:spPr>
            <a:xfrm>
              <a:off x="1068019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7" name="النسبة"/>
            <p:cNvSpPr txBox="1"/>
            <p:nvPr/>
          </p:nvSpPr>
          <p:spPr>
            <a:xfrm>
              <a:off x="1022299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595959"/>
                  </a:solidFill>
                  <a:latin typeface="Markazi Text" pitchFamily="2" charset="-78"/>
                  <a:cs typeface="Markazi Text" pitchFamily="2" charset="-78"/>
                </a:rPr>
                <a:t>0%</a:t>
              </a:r>
            </a:p>
          </p:txBody>
        </p:sp>
      </p:grpSp>
      <p:grpSp>
        <p:nvGrpSpPr>
          <p:cNvPr id="12" name="حلقة الإنجاز 10%"/>
          <p:cNvGrpSpPr/>
          <p:nvPr/>
        </p:nvGrpSpPr>
        <p:grpSpPr>
          <a:xfrm>
            <a:off x="9354312" y="2011680"/>
            <a:ext cx="749808" cy="365760"/>
            <a:chOff x="9354312" y="2011680"/>
            <a:chExt cx="749808" cy="365760"/>
          </a:xfrm>
        </p:grpSpPr>
        <p:sp>
          <p:nvSpPr>
            <p:cNvPr id="9" name="مسار الحلقة"/>
            <p:cNvSpPr/>
            <p:nvPr/>
          </p:nvSpPr>
          <p:spPr>
            <a:xfrm>
              <a:off x="981151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0" name="قوس الإنجاز (اسحب المقبض الأصفر)"/>
            <p:cNvSpPr/>
            <p:nvPr/>
          </p:nvSpPr>
          <p:spPr>
            <a:xfrm>
              <a:off x="9811512" y="2048256"/>
              <a:ext cx="292608" cy="292608"/>
            </a:xfrm>
            <a:prstGeom prst="blockArc">
              <a:avLst>
                <a:gd name="adj1" fmla="val 16200000"/>
                <a:gd name="adj2" fmla="val 1836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1" name="النسبة"/>
            <p:cNvSpPr txBox="1"/>
            <p:nvPr/>
          </p:nvSpPr>
          <p:spPr>
            <a:xfrm>
              <a:off x="935431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10%</a:t>
              </a:r>
            </a:p>
          </p:txBody>
        </p:sp>
      </p:grpSp>
      <p:grpSp>
        <p:nvGrpSpPr>
          <p:cNvPr id="16" name="حلقة الإنجاز 20%"/>
          <p:cNvGrpSpPr/>
          <p:nvPr/>
        </p:nvGrpSpPr>
        <p:grpSpPr>
          <a:xfrm>
            <a:off x="8485632" y="2011680"/>
            <a:ext cx="749808" cy="365760"/>
            <a:chOff x="8485632" y="2011680"/>
            <a:chExt cx="749808" cy="365760"/>
          </a:xfrm>
        </p:grpSpPr>
        <p:sp>
          <p:nvSpPr>
            <p:cNvPr id="13" name="مسار الحلقة"/>
            <p:cNvSpPr/>
            <p:nvPr/>
          </p:nvSpPr>
          <p:spPr>
            <a:xfrm>
              <a:off x="894283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4" name="قوس الإنجاز (اسحب المقبض الأصفر)"/>
            <p:cNvSpPr/>
            <p:nvPr/>
          </p:nvSpPr>
          <p:spPr>
            <a:xfrm>
              <a:off x="8942832" y="2048256"/>
              <a:ext cx="292608" cy="292608"/>
            </a:xfrm>
            <a:prstGeom prst="blockArc">
              <a:avLst>
                <a:gd name="adj1" fmla="val 16200000"/>
                <a:gd name="adj2" fmla="val 2052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5" name="النسبة"/>
            <p:cNvSpPr txBox="1"/>
            <p:nvPr/>
          </p:nvSpPr>
          <p:spPr>
            <a:xfrm>
              <a:off x="848563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20%</a:t>
              </a:r>
            </a:p>
          </p:txBody>
        </p:sp>
      </p:grpSp>
      <p:grpSp>
        <p:nvGrpSpPr>
          <p:cNvPr id="20" name="حلقة الإنجاز 25%"/>
          <p:cNvGrpSpPr/>
          <p:nvPr/>
        </p:nvGrpSpPr>
        <p:grpSpPr>
          <a:xfrm>
            <a:off x="7616952" y="2011680"/>
            <a:ext cx="749808" cy="365760"/>
            <a:chOff x="7616952" y="2011680"/>
            <a:chExt cx="749808" cy="365760"/>
          </a:xfrm>
        </p:grpSpPr>
        <p:sp>
          <p:nvSpPr>
            <p:cNvPr id="17" name="مسار الحلقة"/>
            <p:cNvSpPr/>
            <p:nvPr/>
          </p:nvSpPr>
          <p:spPr>
            <a:xfrm>
              <a:off x="807415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8" name="قوس الإنجاز (اسحب المقبض الأصفر)"/>
            <p:cNvSpPr/>
            <p:nvPr/>
          </p:nvSpPr>
          <p:spPr>
            <a:xfrm>
              <a:off x="8074152" y="2048256"/>
              <a:ext cx="292608" cy="292608"/>
            </a:xfrm>
            <a:prstGeom prst="blockArc">
              <a:avLst>
                <a:gd name="adj1" fmla="val 16200000"/>
                <a:gd name="adj2" fmla="val 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9" name="النسبة"/>
            <p:cNvSpPr txBox="1"/>
            <p:nvPr/>
          </p:nvSpPr>
          <p:spPr>
            <a:xfrm>
              <a:off x="761695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25%</a:t>
              </a:r>
            </a:p>
          </p:txBody>
        </p:sp>
      </p:grpSp>
      <p:grpSp>
        <p:nvGrpSpPr>
          <p:cNvPr id="24" name="حلقة الإنجاز 30%"/>
          <p:cNvGrpSpPr/>
          <p:nvPr/>
        </p:nvGrpSpPr>
        <p:grpSpPr>
          <a:xfrm>
            <a:off x="6748272" y="2011680"/>
            <a:ext cx="749808" cy="365760"/>
            <a:chOff x="6748272" y="2011680"/>
            <a:chExt cx="749808" cy="365760"/>
          </a:xfrm>
        </p:grpSpPr>
        <p:sp>
          <p:nvSpPr>
            <p:cNvPr id="21" name="مسار الحلقة"/>
            <p:cNvSpPr/>
            <p:nvPr/>
          </p:nvSpPr>
          <p:spPr>
            <a:xfrm>
              <a:off x="720547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2" name="قوس الإنجاز (اسحب المقبض الأصفر)"/>
            <p:cNvSpPr/>
            <p:nvPr/>
          </p:nvSpPr>
          <p:spPr>
            <a:xfrm>
              <a:off x="7205472" y="2048256"/>
              <a:ext cx="292608" cy="292608"/>
            </a:xfrm>
            <a:prstGeom prst="blockArc">
              <a:avLst>
                <a:gd name="adj1" fmla="val 16200000"/>
                <a:gd name="adj2" fmla="val 108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3" name="النسبة"/>
            <p:cNvSpPr txBox="1"/>
            <p:nvPr/>
          </p:nvSpPr>
          <p:spPr>
            <a:xfrm>
              <a:off x="674827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30%</a:t>
              </a:r>
            </a:p>
          </p:txBody>
        </p:sp>
      </p:grpSp>
      <p:grpSp>
        <p:nvGrpSpPr>
          <p:cNvPr id="28" name="حلقة الإنجاز 40%"/>
          <p:cNvGrpSpPr/>
          <p:nvPr/>
        </p:nvGrpSpPr>
        <p:grpSpPr>
          <a:xfrm>
            <a:off x="5879592" y="2011680"/>
            <a:ext cx="749808" cy="365760"/>
            <a:chOff x="5879592" y="2011680"/>
            <a:chExt cx="749808" cy="365760"/>
          </a:xfrm>
        </p:grpSpPr>
        <p:sp>
          <p:nvSpPr>
            <p:cNvPr id="25" name="مسار الحلقة"/>
            <p:cNvSpPr/>
            <p:nvPr/>
          </p:nvSpPr>
          <p:spPr>
            <a:xfrm>
              <a:off x="633679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6" name="قوس الإنجاز (اسحب المقبض الأصفر)"/>
            <p:cNvSpPr/>
            <p:nvPr/>
          </p:nvSpPr>
          <p:spPr>
            <a:xfrm>
              <a:off x="6336792" y="2048256"/>
              <a:ext cx="292608" cy="292608"/>
            </a:xfrm>
            <a:prstGeom prst="blockArc">
              <a:avLst>
                <a:gd name="adj1" fmla="val 16200000"/>
                <a:gd name="adj2" fmla="val 324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7" name="النسبة"/>
            <p:cNvSpPr txBox="1"/>
            <p:nvPr/>
          </p:nvSpPr>
          <p:spPr>
            <a:xfrm>
              <a:off x="587959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40%</a:t>
              </a:r>
            </a:p>
          </p:txBody>
        </p:sp>
      </p:grpSp>
      <p:grpSp>
        <p:nvGrpSpPr>
          <p:cNvPr id="32" name="حلقة الإنجاز 50%"/>
          <p:cNvGrpSpPr/>
          <p:nvPr/>
        </p:nvGrpSpPr>
        <p:grpSpPr>
          <a:xfrm>
            <a:off x="5010912" y="2011680"/>
            <a:ext cx="749808" cy="365760"/>
            <a:chOff x="5010912" y="2011680"/>
            <a:chExt cx="749808" cy="365760"/>
          </a:xfrm>
        </p:grpSpPr>
        <p:sp>
          <p:nvSpPr>
            <p:cNvPr id="29" name="مسار الحلقة"/>
            <p:cNvSpPr/>
            <p:nvPr/>
          </p:nvSpPr>
          <p:spPr>
            <a:xfrm>
              <a:off x="5468112" y="2048256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0" name="قوس الإنجاز (اسحب المقبض الأصفر)"/>
            <p:cNvSpPr/>
            <p:nvPr/>
          </p:nvSpPr>
          <p:spPr>
            <a:xfrm>
              <a:off x="5468112" y="2048256"/>
              <a:ext cx="292608" cy="292608"/>
            </a:xfrm>
            <a:prstGeom prst="blockArc">
              <a:avLst>
                <a:gd name="adj1" fmla="val 16200000"/>
                <a:gd name="adj2" fmla="val 540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1" name="النسبة"/>
            <p:cNvSpPr txBox="1"/>
            <p:nvPr/>
          </p:nvSpPr>
          <p:spPr>
            <a:xfrm>
              <a:off x="5010912" y="2011680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50%</a:t>
              </a:r>
            </a:p>
          </p:txBody>
        </p:sp>
      </p:grpSp>
      <p:grpSp>
        <p:nvGrpSpPr>
          <p:cNvPr id="36" name="حلقة الإنجاز 60%"/>
          <p:cNvGrpSpPr/>
          <p:nvPr/>
        </p:nvGrpSpPr>
        <p:grpSpPr>
          <a:xfrm>
            <a:off x="10222992" y="2450592"/>
            <a:ext cx="749808" cy="365760"/>
            <a:chOff x="10222992" y="2450592"/>
            <a:chExt cx="749808" cy="365760"/>
          </a:xfrm>
        </p:grpSpPr>
        <p:sp>
          <p:nvSpPr>
            <p:cNvPr id="33" name="مسار الحلقة"/>
            <p:cNvSpPr/>
            <p:nvPr/>
          </p:nvSpPr>
          <p:spPr>
            <a:xfrm>
              <a:off x="1068019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4" name="قوس الإنجاز (اسحب المقبض الأصفر)"/>
            <p:cNvSpPr/>
            <p:nvPr/>
          </p:nvSpPr>
          <p:spPr>
            <a:xfrm>
              <a:off x="10680192" y="2487168"/>
              <a:ext cx="292608" cy="292608"/>
            </a:xfrm>
            <a:prstGeom prst="blockArc">
              <a:avLst>
                <a:gd name="adj1" fmla="val 16200000"/>
                <a:gd name="adj2" fmla="val 756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5" name="النسبة"/>
            <p:cNvSpPr txBox="1"/>
            <p:nvPr/>
          </p:nvSpPr>
          <p:spPr>
            <a:xfrm>
              <a:off x="1022299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60%</a:t>
              </a:r>
            </a:p>
          </p:txBody>
        </p:sp>
      </p:grpSp>
      <p:grpSp>
        <p:nvGrpSpPr>
          <p:cNvPr id="40" name="حلقة الإنجاز 70%"/>
          <p:cNvGrpSpPr/>
          <p:nvPr/>
        </p:nvGrpSpPr>
        <p:grpSpPr>
          <a:xfrm>
            <a:off x="9354312" y="2450592"/>
            <a:ext cx="749808" cy="365760"/>
            <a:chOff x="9354312" y="2450592"/>
            <a:chExt cx="749808" cy="365760"/>
          </a:xfrm>
        </p:grpSpPr>
        <p:sp>
          <p:nvSpPr>
            <p:cNvPr id="37" name="مسار الحلقة"/>
            <p:cNvSpPr/>
            <p:nvPr/>
          </p:nvSpPr>
          <p:spPr>
            <a:xfrm>
              <a:off x="981151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8" name="قوس الإنجاز (اسحب المقبض الأصفر)"/>
            <p:cNvSpPr/>
            <p:nvPr/>
          </p:nvSpPr>
          <p:spPr>
            <a:xfrm>
              <a:off x="9811512" y="2487168"/>
              <a:ext cx="292608" cy="292608"/>
            </a:xfrm>
            <a:prstGeom prst="blockArc">
              <a:avLst>
                <a:gd name="adj1" fmla="val 16200000"/>
                <a:gd name="adj2" fmla="val 972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9" name="النسبة"/>
            <p:cNvSpPr txBox="1"/>
            <p:nvPr/>
          </p:nvSpPr>
          <p:spPr>
            <a:xfrm>
              <a:off x="935431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70%</a:t>
              </a:r>
            </a:p>
          </p:txBody>
        </p:sp>
      </p:grpSp>
      <p:grpSp>
        <p:nvGrpSpPr>
          <p:cNvPr id="44" name="حلقة الإنجاز 75%"/>
          <p:cNvGrpSpPr/>
          <p:nvPr/>
        </p:nvGrpSpPr>
        <p:grpSpPr>
          <a:xfrm>
            <a:off x="8485632" y="2450592"/>
            <a:ext cx="749808" cy="365760"/>
            <a:chOff x="8485632" y="2450592"/>
            <a:chExt cx="749808" cy="365760"/>
          </a:xfrm>
        </p:grpSpPr>
        <p:sp>
          <p:nvSpPr>
            <p:cNvPr id="41" name="مسار الحلقة"/>
            <p:cNvSpPr/>
            <p:nvPr/>
          </p:nvSpPr>
          <p:spPr>
            <a:xfrm>
              <a:off x="894283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42" name="قوس الإنجاز (اسحب المقبض الأصفر)"/>
            <p:cNvSpPr/>
            <p:nvPr/>
          </p:nvSpPr>
          <p:spPr>
            <a:xfrm>
              <a:off x="8942832" y="2487168"/>
              <a:ext cx="292608" cy="292608"/>
            </a:xfrm>
            <a:prstGeom prst="blockArc">
              <a:avLst>
                <a:gd name="adj1" fmla="val 16200000"/>
                <a:gd name="adj2" fmla="val 1080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43" name="النسبة"/>
            <p:cNvSpPr txBox="1"/>
            <p:nvPr/>
          </p:nvSpPr>
          <p:spPr>
            <a:xfrm>
              <a:off x="848563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75%</a:t>
              </a:r>
            </a:p>
          </p:txBody>
        </p:sp>
      </p:grpSp>
      <p:grpSp>
        <p:nvGrpSpPr>
          <p:cNvPr id="48" name="حلقة الإنجاز 80%"/>
          <p:cNvGrpSpPr/>
          <p:nvPr/>
        </p:nvGrpSpPr>
        <p:grpSpPr>
          <a:xfrm>
            <a:off x="7616952" y="2450592"/>
            <a:ext cx="749808" cy="365760"/>
            <a:chOff x="7616952" y="2450592"/>
            <a:chExt cx="749808" cy="365760"/>
          </a:xfrm>
        </p:grpSpPr>
        <p:sp>
          <p:nvSpPr>
            <p:cNvPr id="45" name="مسار الحلقة"/>
            <p:cNvSpPr/>
            <p:nvPr/>
          </p:nvSpPr>
          <p:spPr>
            <a:xfrm>
              <a:off x="807415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46" name="قوس الإنجاز (اسحب المقبض الأصفر)"/>
            <p:cNvSpPr/>
            <p:nvPr/>
          </p:nvSpPr>
          <p:spPr>
            <a:xfrm>
              <a:off x="8074152" y="2487168"/>
              <a:ext cx="292608" cy="292608"/>
            </a:xfrm>
            <a:prstGeom prst="blockArc">
              <a:avLst>
                <a:gd name="adj1" fmla="val 16200000"/>
                <a:gd name="adj2" fmla="val 1188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47" name="النسبة"/>
            <p:cNvSpPr txBox="1"/>
            <p:nvPr/>
          </p:nvSpPr>
          <p:spPr>
            <a:xfrm>
              <a:off x="761695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80%</a:t>
              </a:r>
            </a:p>
          </p:txBody>
        </p:sp>
      </p:grpSp>
      <p:grpSp>
        <p:nvGrpSpPr>
          <p:cNvPr id="52" name="حلقة الإنجاز 90%"/>
          <p:cNvGrpSpPr/>
          <p:nvPr/>
        </p:nvGrpSpPr>
        <p:grpSpPr>
          <a:xfrm>
            <a:off x="6748272" y="2450592"/>
            <a:ext cx="749808" cy="365760"/>
            <a:chOff x="6748272" y="2450592"/>
            <a:chExt cx="749808" cy="365760"/>
          </a:xfrm>
        </p:grpSpPr>
        <p:sp>
          <p:nvSpPr>
            <p:cNvPr id="49" name="مسار الحلقة"/>
            <p:cNvSpPr/>
            <p:nvPr/>
          </p:nvSpPr>
          <p:spPr>
            <a:xfrm>
              <a:off x="720547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0" name="قوس الإنجاز (اسحب المقبض الأصفر)"/>
            <p:cNvSpPr/>
            <p:nvPr/>
          </p:nvSpPr>
          <p:spPr>
            <a:xfrm>
              <a:off x="7205472" y="2487168"/>
              <a:ext cx="292608" cy="292608"/>
            </a:xfrm>
            <a:prstGeom prst="blockArc">
              <a:avLst>
                <a:gd name="adj1" fmla="val 16200000"/>
                <a:gd name="adj2" fmla="val 14040000"/>
                <a:gd name="adj3" fmla="val 19375"/>
              </a:avLst>
            </a:prstGeom>
            <a:solidFill>
              <a:srgbClr val="067E6E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1" name="النسبة"/>
            <p:cNvSpPr txBox="1"/>
            <p:nvPr/>
          </p:nvSpPr>
          <p:spPr>
            <a:xfrm>
              <a:off x="674827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067E6E"/>
                  </a:solidFill>
                  <a:latin typeface="Markazi Text" pitchFamily="2" charset="-78"/>
                  <a:cs typeface="Markazi Text" pitchFamily="2" charset="-78"/>
                </a:rPr>
                <a:t>90%</a:t>
              </a:r>
            </a:p>
          </p:txBody>
        </p:sp>
      </p:grpSp>
      <p:grpSp>
        <p:nvGrpSpPr>
          <p:cNvPr id="56" name="حلقة الإنجاز 100%"/>
          <p:cNvGrpSpPr/>
          <p:nvPr/>
        </p:nvGrpSpPr>
        <p:grpSpPr>
          <a:xfrm>
            <a:off x="5879592" y="2450592"/>
            <a:ext cx="749808" cy="365760"/>
            <a:chOff x="5879592" y="2450592"/>
            <a:chExt cx="749808" cy="365760"/>
          </a:xfrm>
        </p:grpSpPr>
        <p:sp>
          <p:nvSpPr>
            <p:cNvPr id="53" name="مسار الحلقة"/>
            <p:cNvSpPr/>
            <p:nvPr/>
          </p:nvSpPr>
          <p:spPr>
            <a:xfrm>
              <a:off x="633679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DCE0EA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4" name="الحلقة مكتملة"/>
            <p:cNvSpPr/>
            <p:nvPr/>
          </p:nvSpPr>
          <p:spPr>
            <a:xfrm>
              <a:off x="6336792" y="2487168"/>
              <a:ext cx="292608" cy="292608"/>
            </a:xfrm>
            <a:prstGeom prst="donut">
              <a:avLst>
                <a:gd name="adj" fmla="val 19375"/>
              </a:avLst>
            </a:prstGeom>
            <a:solidFill>
              <a:srgbClr val="1E9E62"/>
            </a:solidFill>
            <a:ln>
              <a:noFill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55" name="النسبة"/>
            <p:cNvSpPr txBox="1"/>
            <p:nvPr/>
          </p:nvSpPr>
          <p:spPr>
            <a:xfrm>
              <a:off x="5879592" y="2450592"/>
              <a:ext cx="438912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500" b="1" dirty="0">
                  <a:solidFill>
                    <a:srgbClr val="1E9E62"/>
                  </a:solidFill>
                  <a:latin typeface="Markazi Text" pitchFamily="2" charset="-78"/>
                  <a:cs typeface="Markazi Text" pitchFamily="2" charset="-78"/>
                </a:rPr>
                <a:t>100%</a:t>
              </a:r>
            </a:p>
          </p:txBody>
        </p:sp>
      </p:grpSp>
      <p:sp>
        <p:nvSpPr>
          <p:cNvPr id="57" name="علامة القسم"/>
          <p:cNvSpPr/>
          <p:nvPr/>
        </p:nvSpPr>
        <p:spPr>
          <a:xfrm>
            <a:off x="4288536" y="1709928"/>
            <a:ext cx="54864" cy="23774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endParaRPr lang="ar-SA"/>
          </a:p>
        </p:txBody>
      </p:sp>
      <p:sp>
        <p:nvSpPr>
          <p:cNvPr id="58" name="قسم شرائط المجموعات"/>
          <p:cNvSpPr txBox="1"/>
          <p:nvPr/>
        </p:nvSpPr>
        <p:spPr>
          <a:xfrm>
            <a:off x="2765769" y="1645920"/>
            <a:ext cx="1431327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 rtl="1"/>
            <a:r>
              <a:rPr lang="ar-SA" sz="1700" dirty="0">
                <a:solidFill>
                  <a:srgbClr val="202B5D"/>
                </a:solidFill>
                <a:latin typeface="Markazi Text SemiBold" pitchFamily="2" charset="-78"/>
                <a:cs typeface="Markazi Text SemiBold" pitchFamily="2" charset="-78"/>
              </a:rPr>
              <a:t>شرائط المجموعات</a:t>
            </a:r>
          </a:p>
        </p:txBody>
      </p:sp>
      <p:sp>
        <p:nvSpPr>
          <p:cNvPr id="59" name="شريط اسم المجموعة"/>
          <p:cNvSpPr/>
          <p:nvPr/>
        </p:nvSpPr>
        <p:spPr>
          <a:xfrm>
            <a:off x="3849624" y="2029968"/>
            <a:ext cx="493776" cy="786384"/>
          </a:xfrm>
          <a:prstGeom prst="roundRect">
            <a:avLst>
              <a:gd name="adj" fmla="val 11111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اسم</a:t>
            </a:r>
          </a:p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المجموعة</a:t>
            </a:r>
          </a:p>
        </p:txBody>
      </p:sp>
      <p:sp>
        <p:nvSpPr>
          <p:cNvPr id="60" name="شريط اسم المجموعة"/>
          <p:cNvSpPr/>
          <p:nvPr/>
        </p:nvSpPr>
        <p:spPr>
          <a:xfrm>
            <a:off x="3209544" y="2029968"/>
            <a:ext cx="493776" cy="786384"/>
          </a:xfrm>
          <a:prstGeom prst="roundRect">
            <a:avLst>
              <a:gd name="adj" fmla="val 11111"/>
            </a:avLst>
          </a:prstGeom>
          <a:solidFill>
            <a:srgbClr val="067E6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اسم</a:t>
            </a:r>
          </a:p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المجموعة</a:t>
            </a:r>
          </a:p>
        </p:txBody>
      </p:sp>
      <p:sp>
        <p:nvSpPr>
          <p:cNvPr id="61" name="شريط لم تبدأ"/>
          <p:cNvSpPr/>
          <p:nvPr/>
        </p:nvSpPr>
        <p:spPr>
          <a:xfrm>
            <a:off x="2569464" y="2029968"/>
            <a:ext cx="493776" cy="786384"/>
          </a:xfrm>
          <a:prstGeom prst="roundRect">
            <a:avLst>
              <a:gd name="adj" fmla="val 11111"/>
            </a:avLst>
          </a:prstGeom>
          <a:solidFill>
            <a:srgbClr val="8C93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لم تبدأ</a:t>
            </a:r>
          </a:p>
        </p:txBody>
      </p:sp>
      <p:sp>
        <p:nvSpPr>
          <p:cNvPr id="62" name="علامة القسم"/>
          <p:cNvSpPr/>
          <p:nvPr/>
        </p:nvSpPr>
        <p:spPr>
          <a:xfrm>
            <a:off x="1956816" y="1709928"/>
            <a:ext cx="54864" cy="23774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endParaRPr lang="ar-SA"/>
          </a:p>
        </p:txBody>
      </p:sp>
      <p:sp>
        <p:nvSpPr>
          <p:cNvPr id="63" name="قسم الحالة"/>
          <p:cNvSpPr txBox="1"/>
          <p:nvPr/>
        </p:nvSpPr>
        <p:spPr>
          <a:xfrm>
            <a:off x="1365961" y="1645920"/>
            <a:ext cx="499415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 rtl="1"/>
            <a:r>
              <a:rPr lang="ar-SA" sz="1700" dirty="0">
                <a:solidFill>
                  <a:srgbClr val="202B5D"/>
                </a:solidFill>
                <a:latin typeface="Markazi Text SemiBold" pitchFamily="2" charset="-78"/>
                <a:cs typeface="Markazi Text SemiBold" pitchFamily="2" charset="-78"/>
              </a:rPr>
              <a:t>الحالة</a:t>
            </a:r>
          </a:p>
        </p:txBody>
      </p:sp>
      <p:sp>
        <p:nvSpPr>
          <p:cNvPr id="64" name="حالة مكتمل"/>
          <p:cNvSpPr/>
          <p:nvPr/>
        </p:nvSpPr>
        <p:spPr>
          <a:xfrm>
            <a:off x="1290520" y="2048256"/>
            <a:ext cx="629720" cy="256032"/>
          </a:xfrm>
          <a:prstGeom prst="roundRect">
            <a:avLst>
              <a:gd name="adj" fmla="val 42857"/>
            </a:avLst>
          </a:prstGeom>
          <a:solidFill>
            <a:srgbClr val="D4F1E3"/>
          </a:solidFill>
          <a:ln w="12700">
            <a:solidFill>
              <a:srgbClr val="29BA74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rtl="1"/>
            <a:r>
              <a:rPr lang="ar-SA" sz="1400" dirty="0">
                <a:solidFill>
                  <a:srgbClr val="1E9E62"/>
                </a:solidFill>
                <a:latin typeface="Markazi Text SemiBold" pitchFamily="2" charset="-78"/>
                <a:cs typeface="Markazi Text SemiBold" pitchFamily="2" charset="-78"/>
              </a:rPr>
              <a:t>مكتمل</a:t>
            </a:r>
          </a:p>
        </p:txBody>
      </p:sp>
      <p:sp>
        <p:nvSpPr>
          <p:cNvPr id="65" name="حالة جار العمل"/>
          <p:cNvSpPr/>
          <p:nvPr/>
        </p:nvSpPr>
        <p:spPr>
          <a:xfrm>
            <a:off x="1096225" y="2359152"/>
            <a:ext cx="824015" cy="256032"/>
          </a:xfrm>
          <a:prstGeom prst="roundRect">
            <a:avLst>
              <a:gd name="adj" fmla="val 42857"/>
            </a:avLst>
          </a:prstGeom>
          <a:solidFill>
            <a:srgbClr val="D2E7F9"/>
          </a:solidFill>
          <a:ln w="12700">
            <a:solidFill>
              <a:srgbClr val="1E88E5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rtl="1"/>
            <a:r>
              <a:rPr lang="ar-SA" sz="1400" dirty="0">
                <a:solidFill>
                  <a:srgbClr val="1565C0"/>
                </a:solidFill>
                <a:latin typeface="Markazi Text SemiBold" pitchFamily="2" charset="-78"/>
                <a:cs typeface="Markazi Text SemiBold" pitchFamily="2" charset="-78"/>
              </a:rPr>
              <a:t>جار العمل</a:t>
            </a:r>
          </a:p>
        </p:txBody>
      </p:sp>
      <p:sp>
        <p:nvSpPr>
          <p:cNvPr id="66" name="حالة لم يبدأ"/>
          <p:cNvSpPr/>
          <p:nvPr/>
        </p:nvSpPr>
        <p:spPr>
          <a:xfrm>
            <a:off x="1298681" y="2670048"/>
            <a:ext cx="621559" cy="256032"/>
          </a:xfrm>
          <a:prstGeom prst="roundRect">
            <a:avLst>
              <a:gd name="adj" fmla="val 42857"/>
            </a:avLst>
          </a:prstGeom>
          <a:solidFill>
            <a:srgbClr val="E8E9EE"/>
          </a:solidFill>
          <a:ln w="12700">
            <a:solidFill>
              <a:srgbClr val="8C93A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rtl="1"/>
            <a:r>
              <a:rPr lang="ar-SA" sz="1400" dirty="0">
                <a:solidFill>
                  <a:srgbClr val="5B6385"/>
                </a:solidFill>
                <a:latin typeface="Markazi Text SemiBold" pitchFamily="2" charset="-78"/>
                <a:cs typeface="Markazi Text SemiBold" pitchFamily="2" charset="-78"/>
              </a:rPr>
              <a:t>لم يبدأ</a:t>
            </a:r>
          </a:p>
        </p:txBody>
      </p:sp>
      <p:sp>
        <p:nvSpPr>
          <p:cNvPr id="67" name="علامة القسم"/>
          <p:cNvSpPr/>
          <p:nvPr/>
        </p:nvSpPr>
        <p:spPr>
          <a:xfrm>
            <a:off x="11009376" y="2916936"/>
            <a:ext cx="54864" cy="23774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endParaRPr lang="ar-SA"/>
          </a:p>
        </p:txBody>
      </p:sp>
      <p:sp>
        <p:nvSpPr>
          <p:cNvPr id="68" name="قسم صف مهمة جاهز"/>
          <p:cNvSpPr txBox="1"/>
          <p:nvPr/>
        </p:nvSpPr>
        <p:spPr>
          <a:xfrm>
            <a:off x="9676048" y="2852928"/>
            <a:ext cx="12418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 rtl="1"/>
            <a:r>
              <a:rPr lang="ar-SA" sz="1700" dirty="0">
                <a:solidFill>
                  <a:srgbClr val="202B5D"/>
                </a:solidFill>
                <a:latin typeface="Markazi Text SemiBold" pitchFamily="2" charset="-78"/>
                <a:cs typeface="Markazi Text SemiBold" pitchFamily="2" charset="-78"/>
              </a:rPr>
              <a:t>صف مهمة جاهز</a:t>
            </a:r>
          </a:p>
        </p:txBody>
      </p:sp>
      <p:grpSp>
        <p:nvGrpSpPr>
          <p:cNvPr id="85" name="صف مهمة جاهز"/>
          <p:cNvGrpSpPr/>
          <p:nvPr/>
        </p:nvGrpSpPr>
        <p:grpSpPr>
          <a:xfrm>
            <a:off x="731520" y="3273552"/>
            <a:ext cx="9765792" cy="566928"/>
            <a:chOff x="731520" y="3273552"/>
            <a:chExt cx="9765792" cy="566928"/>
          </a:xfrm>
        </p:grpSpPr>
        <p:sp>
          <p:nvSpPr>
            <p:cNvPr id="69" name="خلفية الصف"/>
            <p:cNvSpPr/>
            <p:nvPr/>
          </p:nvSpPr>
          <p:spPr>
            <a:xfrm>
              <a:off x="731520" y="3273552"/>
              <a:ext cx="9765792" cy="566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cxnSp>
          <p:nvCxnSpPr>
            <p:cNvPr id="70" name="فاصل عمود"/>
            <p:cNvCxnSpPr/>
            <p:nvPr/>
          </p:nvCxnSpPr>
          <p:spPr>
            <a:xfrm>
              <a:off x="7790688" y="332841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71" name="فاصل عمود"/>
            <p:cNvCxnSpPr/>
            <p:nvPr/>
          </p:nvCxnSpPr>
          <p:spPr>
            <a:xfrm>
              <a:off x="6922008" y="332841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72" name="فاصل عمود"/>
            <p:cNvCxnSpPr/>
            <p:nvPr/>
          </p:nvCxnSpPr>
          <p:spPr>
            <a:xfrm>
              <a:off x="4544568" y="332841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cxnSp>
          <p:nvCxnSpPr>
            <p:cNvPr id="73" name="فاصل عمود"/>
            <p:cNvCxnSpPr/>
            <p:nvPr/>
          </p:nvCxnSpPr>
          <p:spPr>
            <a:xfrm>
              <a:off x="2029968" y="3328416"/>
              <a:ext cx="0" cy="457200"/>
            </a:xfrm>
            <a:prstGeom prst="line">
              <a:avLst/>
            </a:prstGeom>
            <a:ln w="9525" cap="rnd">
              <a:solidFill>
                <a:srgbClr val="E0E0E0"/>
              </a:solidFill>
            </a:ln>
          </p:spPr>
        </p:cxnSp>
        <p:pic>
          <p:nvPicPr>
            <p:cNvPr id="74" name="Picture 73" descr="kanba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4978" y="3410712"/>
              <a:ext cx="289179" cy="292608"/>
            </a:xfrm>
            <a:prstGeom prst="rect">
              <a:avLst/>
            </a:prstGeom>
          </p:spPr>
        </p:pic>
        <p:sp>
          <p:nvSpPr>
            <p:cNvPr id="75" name="المهمة"/>
            <p:cNvSpPr txBox="1"/>
            <p:nvPr/>
          </p:nvSpPr>
          <p:spPr>
            <a:xfrm>
              <a:off x="7845552" y="3273552"/>
              <a:ext cx="21945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600" dirty="0">
                  <a:solidFill>
                    <a:srgbClr val="202B5D"/>
                  </a:solidFill>
                  <a:latin typeface="Markazi Text SemiBold" pitchFamily="2" charset="-78"/>
                  <a:cs typeface="Markazi Text SemiBold" pitchFamily="2" charset="-78"/>
                </a:rPr>
                <a:t>[اسم المهمة]</a:t>
              </a:r>
            </a:p>
          </p:txBody>
        </p:sp>
        <p:grpSp>
          <p:nvGrpSpPr>
            <p:cNvPr id="79" name="حلقة الإنجاز 50%"/>
            <p:cNvGrpSpPr/>
            <p:nvPr/>
          </p:nvGrpSpPr>
          <p:grpSpPr>
            <a:xfrm>
              <a:off x="6949440" y="3374136"/>
              <a:ext cx="749808" cy="365760"/>
              <a:chOff x="6949440" y="3374136"/>
              <a:chExt cx="749808" cy="365760"/>
            </a:xfrm>
          </p:grpSpPr>
          <p:sp>
            <p:nvSpPr>
              <p:cNvPr id="76" name="مسار الحلقة"/>
              <p:cNvSpPr/>
              <p:nvPr/>
            </p:nvSpPr>
            <p:spPr>
              <a:xfrm>
                <a:off x="7406640" y="3410712"/>
                <a:ext cx="292608" cy="292608"/>
              </a:xfrm>
              <a:prstGeom prst="donut">
                <a:avLst>
                  <a:gd name="adj" fmla="val 19375"/>
                </a:avLst>
              </a:prstGeom>
              <a:solidFill>
                <a:srgbClr val="DCE0EA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7" name="قوس الإنجاز (اسحب المقبض الأصفر)"/>
              <p:cNvSpPr/>
              <p:nvPr/>
            </p:nvSpPr>
            <p:spPr>
              <a:xfrm>
                <a:off x="7406640" y="3410712"/>
                <a:ext cx="292608" cy="292608"/>
              </a:xfrm>
              <a:prstGeom prst="blockArc">
                <a:avLst>
                  <a:gd name="adj1" fmla="val 16200000"/>
                  <a:gd name="adj2" fmla="val 5400000"/>
                  <a:gd name="adj3" fmla="val 19375"/>
                </a:avLst>
              </a:prstGeom>
              <a:solidFill>
                <a:srgbClr val="067E6E"/>
              </a:solidFill>
              <a:ln>
                <a:noFill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78" name="النسبة"/>
              <p:cNvSpPr txBox="1"/>
              <p:nvPr/>
            </p:nvSpPr>
            <p:spPr>
              <a:xfrm>
                <a:off x="6949440" y="3374136"/>
                <a:ext cx="438912" cy="3657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 rtl="0"/>
                <a:r>
                  <a:rPr lang="en-US" sz="1500" b="1" dirty="0">
                    <a:solidFill>
                      <a:srgbClr val="067E6E"/>
                    </a:solidFill>
                    <a:latin typeface="Markazi Text" pitchFamily="2" charset="-78"/>
                    <a:cs typeface="Markazi Text" pitchFamily="2" charset="-78"/>
                  </a:rPr>
                  <a:t>50%</a:t>
                </a:r>
              </a:p>
            </p:txBody>
          </p:sp>
        </p:grpSp>
        <p:sp>
          <p:nvSpPr>
            <p:cNvPr id="80" name="علامة تم"/>
            <p:cNvSpPr/>
            <p:nvPr/>
          </p:nvSpPr>
          <p:spPr>
            <a:xfrm>
              <a:off x="6611112" y="3456432"/>
              <a:ext cx="201168" cy="201168"/>
            </a:xfrm>
            <a:prstGeom prst="ellipse">
              <a:avLst/>
            </a:prstGeom>
            <a:solidFill>
              <a:srgbClr val="29BA7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 rtl="0"/>
              <a:r>
                <a:rPr lang="en-US" sz="1000" b="1" dirty="0">
                  <a:solidFill>
                    <a:srgbClr val="FFFFFF"/>
                  </a:solidFill>
                  <a:latin typeface="Markazi Text" pitchFamily="2" charset="-78"/>
                  <a:cs typeface="Markazi Text" pitchFamily="2" charset="-78"/>
                </a:rPr>
                <a:t>✓</a:t>
              </a:r>
            </a:p>
          </p:txBody>
        </p:sp>
        <p:sp>
          <p:nvSpPr>
            <p:cNvPr id="81" name="ما تم"/>
            <p:cNvSpPr txBox="1"/>
            <p:nvPr/>
          </p:nvSpPr>
          <p:spPr>
            <a:xfrm>
              <a:off x="4599432" y="3273552"/>
              <a:ext cx="1920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404040"/>
                  </a:solidFill>
                  <a:latin typeface="Markazi Text" pitchFamily="2" charset="-78"/>
                  <a:cs typeface="Markazi Text" pitchFamily="2" charset="-78"/>
                </a:rPr>
                <a:t>[ما تم إنجازه]</a:t>
              </a:r>
            </a:p>
          </p:txBody>
        </p:sp>
        <p:sp>
          <p:nvSpPr>
            <p:cNvPr id="82" name="سهم"/>
            <p:cNvSpPr/>
            <p:nvPr/>
          </p:nvSpPr>
          <p:spPr>
            <a:xfrm>
              <a:off x="4233672" y="3474720"/>
              <a:ext cx="201168" cy="164592"/>
            </a:xfrm>
            <a:prstGeom prst="leftArrow">
              <a:avLst/>
            </a:prstGeom>
            <a:solidFill>
              <a:srgbClr val="202B5D"/>
            </a:solidFill>
            <a:ln>
              <a:noFill/>
            </a:ln>
          </p:spPr>
          <p:txBody>
            <a:bodyPr wrap="square" lIns="137160" tIns="137160" rIns="137160" bIns="137160" anchor="ctr">
              <a:noAutofit/>
            </a:bodyPr>
            <a:lstStyle/>
            <a:p>
              <a:endParaRPr lang="ar-SA"/>
            </a:p>
          </p:txBody>
        </p:sp>
        <p:sp>
          <p:nvSpPr>
            <p:cNvPr id="83" name="الخطوة القادمة"/>
            <p:cNvSpPr txBox="1"/>
            <p:nvPr/>
          </p:nvSpPr>
          <p:spPr>
            <a:xfrm>
              <a:off x="2084832" y="3273552"/>
              <a:ext cx="20574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 rtl="1">
                <a:lnSpc>
                  <a:spcPct val="93000"/>
                </a:lnSpc>
              </a:pPr>
              <a:r>
                <a:rPr lang="ar-SA" sz="1500" dirty="0">
                  <a:solidFill>
                    <a:srgbClr val="202B5D"/>
                  </a:solidFill>
                  <a:latin typeface="Markazi Text Medium" pitchFamily="2" charset="-78"/>
                  <a:cs typeface="Markazi Text Medium" pitchFamily="2" charset="-78"/>
                </a:rPr>
                <a:t>[الخطوة القادمة]</a:t>
              </a:r>
            </a:p>
          </p:txBody>
        </p:sp>
        <p:sp>
          <p:nvSpPr>
            <p:cNvPr id="84" name="الجاهزية"/>
            <p:cNvSpPr/>
            <p:nvPr/>
          </p:nvSpPr>
          <p:spPr>
            <a:xfrm>
              <a:off x="786384" y="3319272"/>
              <a:ext cx="1188720" cy="475488"/>
            </a:xfrm>
            <a:prstGeom prst="roundRect">
              <a:avLst>
                <a:gd name="adj" fmla="val 15384"/>
              </a:avLst>
            </a:prstGeom>
            <a:solidFill>
              <a:srgbClr val="EEF0F8"/>
            </a:solidFill>
            <a:ln>
              <a:noFill/>
            </a:ln>
          </p:spPr>
          <p:txBody>
            <a:bodyPr wrap="square" lIns="18288" tIns="18288" rIns="18288" bIns="18288" anchor="ctr">
              <a:noAutofit/>
            </a:bodyPr>
            <a:lstStyle/>
            <a:p>
              <a:pPr algn="ctr" rtl="1">
                <a:lnSpc>
                  <a:spcPct val="93000"/>
                </a:lnSpc>
              </a:pPr>
              <a:r>
                <a:rPr lang="ar-SA" sz="1600" b="1" dirty="0">
                  <a:solidFill>
                    <a:srgbClr val="202B5D"/>
                  </a:solidFill>
                  <a:latin typeface="Markazi Text" pitchFamily="2" charset="-78"/>
                  <a:cs typeface="Markazi Text" pitchFamily="2" charset="-78"/>
                </a:rPr>
                <a:t>[التاريخ]</a:t>
              </a:r>
            </a:p>
          </p:txBody>
        </p:sp>
      </p:grpSp>
      <p:sp>
        <p:nvSpPr>
          <p:cNvPr id="86" name="شريط المجموعة اسم المجموعة"/>
          <p:cNvSpPr/>
          <p:nvPr/>
        </p:nvSpPr>
        <p:spPr>
          <a:xfrm>
            <a:off x="10533888" y="3300984"/>
            <a:ext cx="493776" cy="512064"/>
          </a:xfrm>
          <a:prstGeom prst="roundRect">
            <a:avLst>
              <a:gd name="adj" fmla="val 11111"/>
            </a:avLst>
          </a:prstGeom>
          <a:solidFill>
            <a:srgbClr val="202B5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اسم</a:t>
            </a:r>
          </a:p>
          <a:p>
            <a:pPr algn="ctr" rtl="1">
              <a:lnSpc>
                <a:spcPct val="90000"/>
              </a:lnSpc>
            </a:pPr>
            <a:r>
              <a:rPr lang="ar-SA" sz="1100" dirty="0">
                <a:solidFill>
                  <a:srgbClr val="FFFFFF"/>
                </a:solidFill>
                <a:latin typeface="Markazi Text SemiBold" pitchFamily="2" charset="-78"/>
                <a:cs typeface="Markazi Text SemiBold" pitchFamily="2" charset="-78"/>
              </a:rPr>
              <a:t>المجموعة</a:t>
            </a:r>
          </a:p>
        </p:txBody>
      </p:sp>
      <p:sp>
        <p:nvSpPr>
          <p:cNvPr id="87" name="علامة القسم"/>
          <p:cNvSpPr/>
          <p:nvPr/>
        </p:nvSpPr>
        <p:spPr>
          <a:xfrm>
            <a:off x="11009376" y="3995928"/>
            <a:ext cx="54864" cy="23774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endParaRPr lang="ar-SA"/>
          </a:p>
        </p:txBody>
      </p:sp>
      <p:sp>
        <p:nvSpPr>
          <p:cNvPr id="88" name="قسم الأيقونات"/>
          <p:cNvSpPr txBox="1"/>
          <p:nvPr/>
        </p:nvSpPr>
        <p:spPr>
          <a:xfrm>
            <a:off x="10175844" y="3931920"/>
            <a:ext cx="742092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 rtl="1"/>
            <a:r>
              <a:rPr lang="ar-SA" sz="1700" dirty="0">
                <a:solidFill>
                  <a:srgbClr val="202B5D"/>
                </a:solidFill>
                <a:latin typeface="Markazi Text SemiBold" pitchFamily="2" charset="-78"/>
                <a:cs typeface="Markazi Text SemiBold" pitchFamily="2" charset="-78"/>
              </a:rPr>
              <a:t>الأيقونات</a:t>
            </a:r>
          </a:p>
        </p:txBody>
      </p:sp>
      <p:pic>
        <p:nvPicPr>
          <p:cNvPr id="89" name="Picture 88" descr="e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383" y="4352544"/>
            <a:ext cx="254889" cy="292608"/>
          </a:xfrm>
          <a:prstGeom prst="rect">
            <a:avLst/>
          </a:prstGeom>
        </p:spPr>
      </p:pic>
      <p:sp>
        <p:nvSpPr>
          <p:cNvPr id="90" name="اسم الأيقونة تعلم إلكتروني"/>
          <p:cNvSpPr txBox="1"/>
          <p:nvPr/>
        </p:nvSpPr>
        <p:spPr>
          <a:xfrm>
            <a:off x="10287703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تعلم إلكتروني</a:t>
            </a:r>
          </a:p>
        </p:txBody>
      </p:sp>
      <p:pic>
        <p:nvPicPr>
          <p:cNvPr id="91" name="Picture 90" descr="grad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271" y="4352544"/>
            <a:ext cx="291465" cy="292608"/>
          </a:xfrm>
          <a:prstGeom prst="rect">
            <a:avLst/>
          </a:prstGeom>
        </p:spPr>
      </p:pic>
      <p:sp>
        <p:nvSpPr>
          <p:cNvPr id="92" name="اسم الأيقونة شهادات"/>
          <p:cNvSpPr txBox="1"/>
          <p:nvPr/>
        </p:nvSpPr>
        <p:spPr>
          <a:xfrm>
            <a:off x="9492879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شهادات</a:t>
            </a:r>
          </a:p>
        </p:txBody>
      </p:sp>
      <p:pic>
        <p:nvPicPr>
          <p:cNvPr id="93" name="Picture 92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022" y="4352544"/>
            <a:ext cx="218313" cy="292608"/>
          </a:xfrm>
          <a:prstGeom prst="rect">
            <a:avLst/>
          </a:prstGeom>
        </p:spPr>
      </p:pic>
      <p:sp>
        <p:nvSpPr>
          <p:cNvPr id="94" name="اسم الأيقونة محتوى"/>
          <p:cNvSpPr txBox="1"/>
          <p:nvPr/>
        </p:nvSpPr>
        <p:spPr>
          <a:xfrm>
            <a:off x="8698054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محتوى</a:t>
            </a:r>
          </a:p>
        </p:txBody>
      </p:sp>
      <p:pic>
        <p:nvPicPr>
          <p:cNvPr id="95" name="Picture 94" descr="docu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764" y="4352544"/>
            <a:ext cx="289179" cy="292608"/>
          </a:xfrm>
          <a:prstGeom prst="rect">
            <a:avLst/>
          </a:prstGeom>
        </p:spPr>
      </p:pic>
      <p:sp>
        <p:nvSpPr>
          <p:cNvPr id="96" name="اسم الأيقونة مستندات"/>
          <p:cNvSpPr txBox="1"/>
          <p:nvPr/>
        </p:nvSpPr>
        <p:spPr>
          <a:xfrm>
            <a:off x="7903230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مستندات</a:t>
            </a:r>
          </a:p>
        </p:txBody>
      </p:sp>
      <p:pic>
        <p:nvPicPr>
          <p:cNvPr id="97" name="Picture 96" descr="personal_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9229" y="4352544"/>
            <a:ext cx="236601" cy="292608"/>
          </a:xfrm>
          <a:prstGeom prst="rect">
            <a:avLst/>
          </a:prstGeom>
        </p:spPr>
      </p:pic>
      <p:sp>
        <p:nvSpPr>
          <p:cNvPr id="98" name="اسم الأيقونة بيانات شخصية"/>
          <p:cNvSpPr txBox="1"/>
          <p:nvPr/>
        </p:nvSpPr>
        <p:spPr>
          <a:xfrm>
            <a:off x="7108405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بيانات شخصية</a:t>
            </a:r>
          </a:p>
        </p:txBody>
      </p:sp>
      <p:pic>
        <p:nvPicPr>
          <p:cNvPr id="99" name="Picture 98" descr="ai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401" y="4357116"/>
            <a:ext cx="292608" cy="283464"/>
          </a:xfrm>
          <a:prstGeom prst="rect">
            <a:avLst/>
          </a:prstGeom>
        </p:spPr>
      </p:pic>
      <p:sp>
        <p:nvSpPr>
          <p:cNvPr id="100" name="اسم الأيقونة ذكاء اصطناعي"/>
          <p:cNvSpPr txBox="1"/>
          <p:nvPr/>
        </p:nvSpPr>
        <p:spPr>
          <a:xfrm>
            <a:off x="6313580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ذكاء اصطناعي</a:t>
            </a:r>
          </a:p>
        </p:txBody>
      </p:sp>
      <p:pic>
        <p:nvPicPr>
          <p:cNvPr id="101" name="Picture 100" descr="laptop_a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3862" y="4352544"/>
            <a:ext cx="288036" cy="292608"/>
          </a:xfrm>
          <a:prstGeom prst="rect">
            <a:avLst/>
          </a:prstGeom>
        </p:spPr>
      </p:pic>
      <p:sp>
        <p:nvSpPr>
          <p:cNvPr id="102" name="اسم الأيقونة منصة ذكية"/>
          <p:cNvSpPr txBox="1"/>
          <p:nvPr/>
        </p:nvSpPr>
        <p:spPr>
          <a:xfrm>
            <a:off x="5518756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منصة ذكية</a:t>
            </a:r>
          </a:p>
        </p:txBody>
      </p:sp>
      <p:pic>
        <p:nvPicPr>
          <p:cNvPr id="103" name="Picture 102" descr="autom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324" y="4352544"/>
            <a:ext cx="275463" cy="292608"/>
          </a:xfrm>
          <a:prstGeom prst="rect">
            <a:avLst/>
          </a:prstGeom>
        </p:spPr>
      </p:pic>
      <p:sp>
        <p:nvSpPr>
          <p:cNvPr id="104" name="اسم الأيقونة أتمتة"/>
          <p:cNvSpPr txBox="1"/>
          <p:nvPr/>
        </p:nvSpPr>
        <p:spPr>
          <a:xfrm>
            <a:off x="4723931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أتمتة</a:t>
            </a:r>
          </a:p>
        </p:txBody>
      </p:sp>
      <p:pic>
        <p:nvPicPr>
          <p:cNvPr id="105" name="Picture 104" descr="settin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1927" y="4354258"/>
            <a:ext cx="292608" cy="289179"/>
          </a:xfrm>
          <a:prstGeom prst="rect">
            <a:avLst/>
          </a:prstGeom>
        </p:spPr>
      </p:pic>
      <p:sp>
        <p:nvSpPr>
          <p:cNvPr id="106" name="اسم الأيقونة إعدادات"/>
          <p:cNvSpPr txBox="1"/>
          <p:nvPr/>
        </p:nvSpPr>
        <p:spPr>
          <a:xfrm>
            <a:off x="3929106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إعدادات</a:t>
            </a:r>
          </a:p>
        </p:txBody>
      </p:sp>
      <p:pic>
        <p:nvPicPr>
          <p:cNvPr id="107" name="Picture 106" descr="workfl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7676" y="4352544"/>
            <a:ext cx="251460" cy="292608"/>
          </a:xfrm>
          <a:prstGeom prst="rect">
            <a:avLst/>
          </a:prstGeom>
        </p:spPr>
      </p:pic>
      <p:sp>
        <p:nvSpPr>
          <p:cNvPr id="108" name="اسم الأيقونة سير عمل"/>
          <p:cNvSpPr txBox="1"/>
          <p:nvPr/>
        </p:nvSpPr>
        <p:spPr>
          <a:xfrm>
            <a:off x="3134282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سير عمل</a:t>
            </a:r>
          </a:p>
        </p:txBody>
      </p:sp>
      <p:pic>
        <p:nvPicPr>
          <p:cNvPr id="109" name="Picture 108" descr="integra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2278" y="4352544"/>
            <a:ext cx="292608" cy="292608"/>
          </a:xfrm>
          <a:prstGeom prst="rect">
            <a:avLst/>
          </a:prstGeom>
        </p:spPr>
      </p:pic>
      <p:sp>
        <p:nvSpPr>
          <p:cNvPr id="110" name="اسم الأيقونة تكامل"/>
          <p:cNvSpPr txBox="1"/>
          <p:nvPr/>
        </p:nvSpPr>
        <p:spPr>
          <a:xfrm>
            <a:off x="2339457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تكامل</a:t>
            </a:r>
          </a:p>
        </p:txBody>
      </p:sp>
      <p:pic>
        <p:nvPicPr>
          <p:cNvPr id="111" name="Picture 110" descr="app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7453" y="4355973"/>
            <a:ext cx="292608" cy="285750"/>
          </a:xfrm>
          <a:prstGeom prst="rect">
            <a:avLst/>
          </a:prstGeom>
        </p:spPr>
      </p:pic>
      <p:sp>
        <p:nvSpPr>
          <p:cNvPr id="112" name="اسم الأيقونة تطبيقات"/>
          <p:cNvSpPr txBox="1"/>
          <p:nvPr/>
        </p:nvSpPr>
        <p:spPr>
          <a:xfrm>
            <a:off x="1544633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تطبيقات</a:t>
            </a:r>
          </a:p>
        </p:txBody>
      </p:sp>
      <p:pic>
        <p:nvPicPr>
          <p:cNvPr id="113" name="Picture 112" descr="networ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200" y="4352544"/>
            <a:ext cx="283464" cy="292608"/>
          </a:xfrm>
          <a:prstGeom prst="rect">
            <a:avLst/>
          </a:prstGeom>
        </p:spPr>
      </p:pic>
      <p:sp>
        <p:nvSpPr>
          <p:cNvPr id="114" name="اسم الأيقونة شبكة"/>
          <p:cNvSpPr txBox="1"/>
          <p:nvPr/>
        </p:nvSpPr>
        <p:spPr>
          <a:xfrm>
            <a:off x="749808" y="4636008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شبكة</a:t>
            </a:r>
          </a:p>
        </p:txBody>
      </p:sp>
      <p:pic>
        <p:nvPicPr>
          <p:cNvPr id="115" name="Picture 114" descr="analytics_clou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3955" y="4864608"/>
            <a:ext cx="245745" cy="292608"/>
          </a:xfrm>
          <a:prstGeom prst="rect">
            <a:avLst/>
          </a:prstGeom>
        </p:spPr>
      </p:pic>
      <p:sp>
        <p:nvSpPr>
          <p:cNvPr id="116" name="اسم الأيقونة تحليلات"/>
          <p:cNvSpPr txBox="1"/>
          <p:nvPr/>
        </p:nvSpPr>
        <p:spPr>
          <a:xfrm>
            <a:off x="10287703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تحليلات</a:t>
            </a:r>
          </a:p>
        </p:txBody>
      </p:sp>
      <p:pic>
        <p:nvPicPr>
          <p:cNvPr id="117" name="Picture 116" descr="dashboar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78849" y="4864608"/>
            <a:ext cx="186309" cy="292608"/>
          </a:xfrm>
          <a:prstGeom prst="rect">
            <a:avLst/>
          </a:prstGeom>
        </p:spPr>
      </p:pic>
      <p:sp>
        <p:nvSpPr>
          <p:cNvPr id="118" name="اسم الأيقونة لوحة متابعة"/>
          <p:cNvSpPr txBox="1"/>
          <p:nvPr/>
        </p:nvSpPr>
        <p:spPr>
          <a:xfrm>
            <a:off x="9492879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لوحة متابعة</a:t>
            </a:r>
          </a:p>
        </p:txBody>
      </p:sp>
      <p:pic>
        <p:nvPicPr>
          <p:cNvPr id="119" name="Picture 118" descr="growt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3160" y="4864608"/>
            <a:ext cx="288036" cy="292608"/>
          </a:xfrm>
          <a:prstGeom prst="rect">
            <a:avLst/>
          </a:prstGeom>
        </p:spPr>
      </p:pic>
      <p:sp>
        <p:nvSpPr>
          <p:cNvPr id="120" name="اسم الأيقونة نمو"/>
          <p:cNvSpPr txBox="1"/>
          <p:nvPr/>
        </p:nvSpPr>
        <p:spPr>
          <a:xfrm>
            <a:off x="8698054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نمو</a:t>
            </a:r>
          </a:p>
        </p:txBody>
      </p:sp>
      <p:pic>
        <p:nvPicPr>
          <p:cNvPr id="121" name="Picture 120" descr="targ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6050" y="4864608"/>
            <a:ext cx="292608" cy="292608"/>
          </a:xfrm>
          <a:prstGeom prst="rect">
            <a:avLst/>
          </a:prstGeom>
        </p:spPr>
      </p:pic>
      <p:sp>
        <p:nvSpPr>
          <p:cNvPr id="122" name="اسم الأيقونة مستهدف"/>
          <p:cNvSpPr txBox="1"/>
          <p:nvPr/>
        </p:nvSpPr>
        <p:spPr>
          <a:xfrm>
            <a:off x="7903230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مستهدف</a:t>
            </a:r>
          </a:p>
        </p:txBody>
      </p:sp>
      <p:pic>
        <p:nvPicPr>
          <p:cNvPr id="123" name="Picture 122" descr="achievemen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1225" y="4865180"/>
            <a:ext cx="292608" cy="291465"/>
          </a:xfrm>
          <a:prstGeom prst="rect">
            <a:avLst/>
          </a:prstGeom>
        </p:spPr>
      </p:pic>
      <p:sp>
        <p:nvSpPr>
          <p:cNvPr id="124" name="اسم الأيقونة إنجاز"/>
          <p:cNvSpPr txBox="1"/>
          <p:nvPr/>
        </p:nvSpPr>
        <p:spPr>
          <a:xfrm>
            <a:off x="7108405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إنجاز</a:t>
            </a:r>
          </a:p>
        </p:txBody>
      </p:sp>
      <p:pic>
        <p:nvPicPr>
          <p:cNvPr id="125" name="Picture 124" descr="approva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46401" y="4866322"/>
            <a:ext cx="292608" cy="289179"/>
          </a:xfrm>
          <a:prstGeom prst="rect">
            <a:avLst/>
          </a:prstGeom>
        </p:spPr>
      </p:pic>
      <p:sp>
        <p:nvSpPr>
          <p:cNvPr id="126" name="اسم الأيقونة اعتماد"/>
          <p:cNvSpPr txBox="1"/>
          <p:nvPr/>
        </p:nvSpPr>
        <p:spPr>
          <a:xfrm>
            <a:off x="6313580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اعتماد</a:t>
            </a:r>
          </a:p>
        </p:txBody>
      </p:sp>
      <p:pic>
        <p:nvPicPr>
          <p:cNvPr id="127" name="Picture 126" descr="checklist_clou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51576" y="4881182"/>
            <a:ext cx="292608" cy="259461"/>
          </a:xfrm>
          <a:prstGeom prst="rect">
            <a:avLst/>
          </a:prstGeom>
        </p:spPr>
      </p:pic>
      <p:sp>
        <p:nvSpPr>
          <p:cNvPr id="128" name="اسم الأيقونة قائمة تحقق"/>
          <p:cNvSpPr txBox="1"/>
          <p:nvPr/>
        </p:nvSpPr>
        <p:spPr>
          <a:xfrm>
            <a:off x="5518756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قائمة تحقق</a:t>
            </a:r>
          </a:p>
        </p:txBody>
      </p:sp>
      <p:pic>
        <p:nvPicPr>
          <p:cNvPr id="129" name="Picture 128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466" y="4864608"/>
            <a:ext cx="289179" cy="292608"/>
          </a:xfrm>
          <a:prstGeom prst="rect">
            <a:avLst/>
          </a:prstGeom>
        </p:spPr>
      </p:pic>
      <p:sp>
        <p:nvSpPr>
          <p:cNvPr id="130" name="اسم الأيقونة مهام"/>
          <p:cNvSpPr txBox="1"/>
          <p:nvPr/>
        </p:nvSpPr>
        <p:spPr>
          <a:xfrm>
            <a:off x="4723931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مهام</a:t>
            </a:r>
          </a:p>
        </p:txBody>
      </p:sp>
      <p:pic>
        <p:nvPicPr>
          <p:cNvPr id="131" name="Picture 130" descr="timelin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1927" y="4865180"/>
            <a:ext cx="292608" cy="291465"/>
          </a:xfrm>
          <a:prstGeom prst="rect">
            <a:avLst/>
          </a:prstGeom>
        </p:spPr>
      </p:pic>
      <p:sp>
        <p:nvSpPr>
          <p:cNvPr id="132" name="اسم الأيقونة جدول زمني"/>
          <p:cNvSpPr txBox="1"/>
          <p:nvPr/>
        </p:nvSpPr>
        <p:spPr>
          <a:xfrm>
            <a:off x="3929106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جدول زمني</a:t>
            </a:r>
          </a:p>
        </p:txBody>
      </p:sp>
      <p:pic>
        <p:nvPicPr>
          <p:cNvPr id="133" name="Picture 132" descr="calenda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67102" y="4876038"/>
            <a:ext cx="292608" cy="269748"/>
          </a:xfrm>
          <a:prstGeom prst="rect">
            <a:avLst/>
          </a:prstGeom>
        </p:spPr>
      </p:pic>
      <p:sp>
        <p:nvSpPr>
          <p:cNvPr id="134" name="اسم الأيقونة موعد"/>
          <p:cNvSpPr txBox="1"/>
          <p:nvPr/>
        </p:nvSpPr>
        <p:spPr>
          <a:xfrm>
            <a:off x="3134282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موعد</a:t>
            </a:r>
          </a:p>
        </p:txBody>
      </p:sp>
      <p:pic>
        <p:nvPicPr>
          <p:cNvPr id="135" name="Picture 134" descr="roadma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85994" y="4864608"/>
            <a:ext cx="265176" cy="292608"/>
          </a:xfrm>
          <a:prstGeom prst="rect">
            <a:avLst/>
          </a:prstGeom>
        </p:spPr>
      </p:pic>
      <p:sp>
        <p:nvSpPr>
          <p:cNvPr id="136" name="اسم الأيقونة خارطة طريق"/>
          <p:cNvSpPr txBox="1"/>
          <p:nvPr/>
        </p:nvSpPr>
        <p:spPr>
          <a:xfrm>
            <a:off x="2339457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خارطة طريق</a:t>
            </a:r>
          </a:p>
        </p:txBody>
      </p:sp>
      <p:pic>
        <p:nvPicPr>
          <p:cNvPr id="137" name="Picture 136" descr="strategy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77453" y="4864608"/>
            <a:ext cx="292608" cy="292608"/>
          </a:xfrm>
          <a:prstGeom prst="rect">
            <a:avLst/>
          </a:prstGeom>
        </p:spPr>
      </p:pic>
      <p:sp>
        <p:nvSpPr>
          <p:cNvPr id="138" name="اسم الأيقونة استراتيجية"/>
          <p:cNvSpPr txBox="1"/>
          <p:nvPr/>
        </p:nvSpPr>
        <p:spPr>
          <a:xfrm>
            <a:off x="1544633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استراتيجية</a:t>
            </a:r>
          </a:p>
        </p:txBody>
      </p:sp>
      <p:pic>
        <p:nvPicPr>
          <p:cNvPr id="139" name="Picture 138" descr="hierarchy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6062" y="4864608"/>
            <a:ext cx="205740" cy="292608"/>
          </a:xfrm>
          <a:prstGeom prst="rect">
            <a:avLst/>
          </a:prstGeom>
        </p:spPr>
      </p:pic>
      <p:sp>
        <p:nvSpPr>
          <p:cNvPr id="140" name="اسم الأيقونة هيكل"/>
          <p:cNvSpPr txBox="1"/>
          <p:nvPr/>
        </p:nvSpPr>
        <p:spPr>
          <a:xfrm>
            <a:off x="749808" y="5148072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هيكل</a:t>
            </a:r>
          </a:p>
        </p:txBody>
      </p:sp>
      <p:pic>
        <p:nvPicPr>
          <p:cNvPr id="141" name="Picture 140" descr="idea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46813" y="5376672"/>
            <a:ext cx="240030" cy="292608"/>
          </a:xfrm>
          <a:prstGeom prst="rect">
            <a:avLst/>
          </a:prstGeom>
        </p:spPr>
      </p:pic>
      <p:sp>
        <p:nvSpPr>
          <p:cNvPr id="142" name="اسم الأيقونة فكرة"/>
          <p:cNvSpPr txBox="1"/>
          <p:nvPr/>
        </p:nvSpPr>
        <p:spPr>
          <a:xfrm>
            <a:off x="10287703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فكرة</a:t>
            </a:r>
          </a:p>
        </p:txBody>
      </p:sp>
      <p:pic>
        <p:nvPicPr>
          <p:cNvPr id="143" name="Picture 142" descr="skills_hea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51417" y="5376672"/>
            <a:ext cx="241173" cy="292608"/>
          </a:xfrm>
          <a:prstGeom prst="rect">
            <a:avLst/>
          </a:prstGeom>
        </p:spPr>
      </p:pic>
      <p:sp>
        <p:nvSpPr>
          <p:cNvPr id="144" name="اسم الأيقونة مهارات"/>
          <p:cNvSpPr txBox="1"/>
          <p:nvPr/>
        </p:nvSpPr>
        <p:spPr>
          <a:xfrm>
            <a:off x="9492879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مهارات</a:t>
            </a:r>
          </a:p>
        </p:txBody>
      </p:sp>
      <p:pic>
        <p:nvPicPr>
          <p:cNvPr id="145" name="Picture 144" descr="microphon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84024" y="5376672"/>
            <a:ext cx="186309" cy="292608"/>
          </a:xfrm>
          <a:prstGeom prst="rect">
            <a:avLst/>
          </a:prstGeom>
        </p:spPr>
      </p:pic>
      <p:sp>
        <p:nvSpPr>
          <p:cNvPr id="146" name="اسم الأيقونة صوتيات"/>
          <p:cNvSpPr txBox="1"/>
          <p:nvPr/>
        </p:nvSpPr>
        <p:spPr>
          <a:xfrm>
            <a:off x="8698054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صوتيات</a:t>
            </a:r>
          </a:p>
        </p:txBody>
      </p:sp>
      <p:pic>
        <p:nvPicPr>
          <p:cNvPr id="147" name="Picture 146" descr="video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46337" y="5376672"/>
            <a:ext cx="272034" cy="292608"/>
          </a:xfrm>
          <a:prstGeom prst="rect">
            <a:avLst/>
          </a:prstGeom>
        </p:spPr>
      </p:pic>
      <p:sp>
        <p:nvSpPr>
          <p:cNvPr id="148" name="اسم الأيقونة فيديو"/>
          <p:cNvSpPr txBox="1"/>
          <p:nvPr/>
        </p:nvSpPr>
        <p:spPr>
          <a:xfrm>
            <a:off x="7903230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فيديو</a:t>
            </a:r>
          </a:p>
        </p:txBody>
      </p:sp>
      <p:pic>
        <p:nvPicPr>
          <p:cNvPr id="149" name="Picture 148" descr="announcement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43511" y="5376672"/>
            <a:ext cx="288036" cy="292608"/>
          </a:xfrm>
          <a:prstGeom prst="rect">
            <a:avLst/>
          </a:prstGeom>
        </p:spPr>
      </p:pic>
      <p:sp>
        <p:nvSpPr>
          <p:cNvPr id="150" name="اسم الأيقونة إعلان"/>
          <p:cNvSpPr txBox="1"/>
          <p:nvPr/>
        </p:nvSpPr>
        <p:spPr>
          <a:xfrm>
            <a:off x="7108405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إعلان</a:t>
            </a:r>
          </a:p>
        </p:txBody>
      </p:sp>
      <p:pic>
        <p:nvPicPr>
          <p:cNvPr id="151" name="Picture 150" descr="email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3259" y="5376672"/>
            <a:ext cx="278892" cy="292608"/>
          </a:xfrm>
          <a:prstGeom prst="rect">
            <a:avLst/>
          </a:prstGeom>
        </p:spPr>
      </p:pic>
      <p:sp>
        <p:nvSpPr>
          <p:cNvPr id="152" name="اسم الأيقونة مراسلات"/>
          <p:cNvSpPr txBox="1"/>
          <p:nvPr/>
        </p:nvSpPr>
        <p:spPr>
          <a:xfrm>
            <a:off x="6313580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مراسلات</a:t>
            </a:r>
          </a:p>
        </p:txBody>
      </p:sp>
      <p:pic>
        <p:nvPicPr>
          <p:cNvPr id="153" name="Picture 152" descr="handshak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51576" y="5392102"/>
            <a:ext cx="292608" cy="261747"/>
          </a:xfrm>
          <a:prstGeom prst="rect">
            <a:avLst/>
          </a:prstGeom>
        </p:spPr>
      </p:pic>
      <p:sp>
        <p:nvSpPr>
          <p:cNvPr id="154" name="اسم الأيقونة شراكات"/>
          <p:cNvSpPr txBox="1"/>
          <p:nvPr/>
        </p:nvSpPr>
        <p:spPr>
          <a:xfrm>
            <a:off x="5518756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شراكات</a:t>
            </a:r>
          </a:p>
        </p:txBody>
      </p:sp>
      <p:pic>
        <p:nvPicPr>
          <p:cNvPr id="155" name="Picture 154" descr="support_agent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73896" y="5376672"/>
            <a:ext cx="258318" cy="292608"/>
          </a:xfrm>
          <a:prstGeom prst="rect">
            <a:avLst/>
          </a:prstGeom>
        </p:spPr>
      </p:pic>
      <p:sp>
        <p:nvSpPr>
          <p:cNvPr id="156" name="اسم الأيقونة دعم"/>
          <p:cNvSpPr txBox="1"/>
          <p:nvPr/>
        </p:nvSpPr>
        <p:spPr>
          <a:xfrm>
            <a:off x="4723931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دعم</a:t>
            </a:r>
          </a:p>
        </p:txBody>
      </p:sp>
      <p:pic>
        <p:nvPicPr>
          <p:cNvPr id="157" name="Picture 156" descr="rocke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161927" y="5376672"/>
            <a:ext cx="292608" cy="292608"/>
          </a:xfrm>
          <a:prstGeom prst="rect">
            <a:avLst/>
          </a:prstGeom>
        </p:spPr>
      </p:pic>
      <p:sp>
        <p:nvSpPr>
          <p:cNvPr id="158" name="اسم الأيقونة إطلاق"/>
          <p:cNvSpPr txBox="1"/>
          <p:nvPr/>
        </p:nvSpPr>
        <p:spPr>
          <a:xfrm>
            <a:off x="3929106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إطلاق</a:t>
            </a:r>
          </a:p>
        </p:txBody>
      </p:sp>
      <p:pic>
        <p:nvPicPr>
          <p:cNvPr id="159" name="Picture 158" descr="uploa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84819" y="5376672"/>
            <a:ext cx="257175" cy="292608"/>
          </a:xfrm>
          <a:prstGeom prst="rect">
            <a:avLst/>
          </a:prstGeom>
        </p:spPr>
      </p:pic>
      <p:sp>
        <p:nvSpPr>
          <p:cNvPr id="160" name="اسم الأيقونة رفع"/>
          <p:cNvSpPr txBox="1"/>
          <p:nvPr/>
        </p:nvSpPr>
        <p:spPr>
          <a:xfrm>
            <a:off x="3134282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رفع</a:t>
            </a:r>
          </a:p>
        </p:txBody>
      </p:sp>
      <p:pic>
        <p:nvPicPr>
          <p:cNvPr id="161" name="Picture 160" descr="search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572278" y="5378386"/>
            <a:ext cx="292608" cy="289179"/>
          </a:xfrm>
          <a:prstGeom prst="rect">
            <a:avLst/>
          </a:prstGeom>
        </p:spPr>
      </p:pic>
      <p:sp>
        <p:nvSpPr>
          <p:cNvPr id="162" name="اسم الأيقونة بحث"/>
          <p:cNvSpPr txBox="1"/>
          <p:nvPr/>
        </p:nvSpPr>
        <p:spPr>
          <a:xfrm>
            <a:off x="2339457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بحث</a:t>
            </a:r>
          </a:p>
        </p:txBody>
      </p:sp>
      <p:pic>
        <p:nvPicPr>
          <p:cNvPr id="163" name="Picture 162" descr="risk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13457" y="5376672"/>
            <a:ext cx="220599" cy="292608"/>
          </a:xfrm>
          <a:prstGeom prst="rect">
            <a:avLst/>
          </a:prstGeom>
        </p:spPr>
      </p:pic>
      <p:sp>
        <p:nvSpPr>
          <p:cNvPr id="164" name="اسم الأيقونة مخاطر"/>
          <p:cNvSpPr txBox="1"/>
          <p:nvPr/>
        </p:nvSpPr>
        <p:spPr>
          <a:xfrm>
            <a:off x="1544633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مخاطر</a:t>
            </a:r>
          </a:p>
        </p:txBody>
      </p:sp>
      <p:pic>
        <p:nvPicPr>
          <p:cNvPr id="165" name="Picture 164" descr="profil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9776" y="5376672"/>
            <a:ext cx="218313" cy="292608"/>
          </a:xfrm>
          <a:prstGeom prst="rect">
            <a:avLst/>
          </a:prstGeom>
        </p:spPr>
      </p:pic>
      <p:sp>
        <p:nvSpPr>
          <p:cNvPr id="166" name="اسم الأيقونة فريق"/>
          <p:cNvSpPr txBox="1"/>
          <p:nvPr/>
        </p:nvSpPr>
        <p:spPr>
          <a:xfrm>
            <a:off x="749808" y="5660136"/>
            <a:ext cx="7582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rtl="1"/>
            <a:r>
              <a:rPr lang="ar-SA" sz="1100" dirty="0">
                <a:solidFill>
                  <a:srgbClr val="595959"/>
                </a:solidFill>
                <a:latin typeface="Markazi Text" pitchFamily="2" charset="-78"/>
                <a:cs typeface="Markazi Text" pitchFamily="2" charset="-78"/>
              </a:rPr>
              <a:t>فريق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NkRDNcLxhpRQPIXz1Ih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gNHwxJLIj5b2skFSTQG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39KM.Iq6Ckur9LiaEqx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uPOthkmA9TIHHW_xmAo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rXNS9uuKXOCRhL5z57m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MmHgbHmZarCjjoldIdw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NkRDNcLxhpRQPIXz1Ih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gNHwxJLIj5b2skFSTQG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39KM.Iq6Ckur9LiaEq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uPOthkmA9TIHHW_xmAo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BS3K3EVNUmGb2b_6LHJ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N8.AOYeF7LPHWrQkUJ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qbNhM2Temm9duJkdRC6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مقيد"/>
  <p:tag name="BJHEADERFOOTERTEXTMARKING" val="مقيد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DAIA Grid 16:9 Arabic">
  <a:themeElements>
    <a:clrScheme name="Custom 4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Custom 7">
      <a:majorFont>
        <a:latin typeface="DIN Next LT Arabic Light"/>
        <a:ea typeface=""/>
        <a:cs typeface="DIN Next LT Arabic Light"/>
      </a:majorFont>
      <a:minorFont>
        <a:latin typeface="DIN Next LT Arabic Light"/>
        <a:ea typeface=""/>
        <a:cs typeface="DIN Next LT Arabic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0" tIns="0" rIns="0" bIns="0" rtlCol="0" anchor="ctr" anchorCtr="0">
        <a:noAutofit/>
      </a:bodyPr>
      <a:lstStyle>
        <a:defPPr algn="ctr">
          <a:lnSpc>
            <a:spcPct val="130000"/>
          </a:lnSpc>
          <a:spcBef>
            <a:spcPts val="1000"/>
          </a:spcBef>
          <a:defRPr sz="2000" dirty="0">
            <a:solidFill>
              <a:srgbClr val="262626"/>
            </a:solidFill>
            <a:latin typeface="HelveticaNeueLT Arabic 45 Light" panose="020B0403020202020204" pitchFamily="34" charset="-78"/>
            <a:cs typeface="HelveticaNeueLT Arabic 45 Light" panose="020B0403020202020204" pitchFamily="34" charset="-7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 rtl="1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1_SDAIA Grid 16:9 Arabic">
  <a:themeElements>
    <a:clrScheme name="Custom 4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Custom 7">
      <a:majorFont>
        <a:latin typeface="DIN Next LT Arabic Light"/>
        <a:ea typeface=""/>
        <a:cs typeface="DIN Next LT Arabic Light"/>
      </a:majorFont>
      <a:minorFont>
        <a:latin typeface="DIN Next LT Arabic Light"/>
        <a:ea typeface=""/>
        <a:cs typeface="DIN Next LT Arabic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0" tIns="0" rIns="0" bIns="0" rtlCol="0" anchor="ctr" anchorCtr="0">
        <a:noAutofit/>
      </a:bodyPr>
      <a:lstStyle>
        <a:defPPr algn="ctr">
          <a:lnSpc>
            <a:spcPct val="130000"/>
          </a:lnSpc>
          <a:spcBef>
            <a:spcPts val="1000"/>
          </a:spcBef>
          <a:defRPr sz="2000" dirty="0">
            <a:solidFill>
              <a:srgbClr val="262626"/>
            </a:solidFill>
            <a:latin typeface="HelveticaNeueLT Arabic 45 Light" panose="020B0403020202020204" pitchFamily="34" charset="-78"/>
            <a:cs typeface="HelveticaNeueLT Arabic 45 Light" panose="020B0403020202020204" pitchFamily="34" charset="-7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 rtl="1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4">
    <a:dk1>
      <a:srgbClr val="696969"/>
    </a:dk1>
    <a:lt1>
      <a:srgbClr val="FFFFFF"/>
    </a:lt1>
    <a:dk2>
      <a:srgbClr val="273370"/>
    </a:dk2>
    <a:lt2>
      <a:srgbClr val="FFFFFF"/>
    </a:lt2>
    <a:accent1>
      <a:srgbClr val="131938"/>
    </a:accent1>
    <a:accent2>
      <a:srgbClr val="1D2654"/>
    </a:accent2>
    <a:accent3>
      <a:srgbClr val="FCBD4C"/>
    </a:accent3>
    <a:accent4>
      <a:srgbClr val="94A0DA"/>
    </a:accent4>
    <a:accent5>
      <a:srgbClr val="8C8C8C"/>
    </a:accent5>
    <a:accent6>
      <a:srgbClr val="33CC99"/>
    </a:accent6>
    <a:hlink>
      <a:srgbClr val="0563C1"/>
    </a:hlink>
    <a:folHlink>
      <a:srgbClr val="0563C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</Words>
  <Application>Microsoft Macintosh PowerPoint</Application>
  <PresentationFormat>شاشة عريضة</PresentationFormat>
  <Paragraphs>227</Paragraphs>
  <Slides>6</Slides>
  <Notes>1</Notes>
  <HiddenSlides>3</HiddenSlides>
  <MMClips>0</MMClips>
  <ScaleCrop>false</ScaleCrop>
  <HeadingPairs>
    <vt:vector size="8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3</vt:i4>
      </vt:variant>
      <vt:variant>
        <vt:lpstr>خوادم OLE مضمنة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19" baseType="lpstr">
      <vt:lpstr>Markazi Text Medium</vt:lpstr>
      <vt:lpstr>Calibri</vt:lpstr>
      <vt:lpstr>Markazi Text</vt:lpstr>
      <vt:lpstr>Aptos</vt:lpstr>
      <vt:lpstr>Markazi Text SemiBold</vt:lpstr>
      <vt:lpstr>Trebuchet MS</vt:lpstr>
      <vt:lpstr>Arial</vt:lpstr>
      <vt:lpstr>DIN Next LT Arabic</vt:lpstr>
      <vt:lpstr>DIN Next LT Arabic Light</vt:lpstr>
      <vt:lpstr>Office Theme</vt:lpstr>
      <vt:lpstr>2_SDAIA Grid 16:9 Arabic</vt:lpstr>
      <vt:lpstr>1_SDAIA Grid 16:9 Arabic</vt:lpstr>
      <vt:lpstr>think-cell Slide</vt:lpstr>
      <vt:lpstr>اجتماع قادة قطاع بناء القدرات</vt:lpstr>
      <vt:lpstr>دليل استخدام القالب</vt:lpstr>
      <vt:lpstr>[اسم الإدارة]</vt:lpstr>
      <vt:lpstr>شكراً لكم</vt:lpstr>
      <vt:lpstr>إدارة تصميم تجربة التعليم</vt:lpstr>
      <vt:lpstr>العناصر الجاهزة للنسخ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muneera</dc:creator>
  <cp:lastModifiedBy>ali alousi</cp:lastModifiedBy>
  <cp:revision>32</cp:revision>
  <dcterms:created xsi:type="dcterms:W3CDTF">2026-06-22T21:24:11Z</dcterms:created>
  <dcterms:modified xsi:type="dcterms:W3CDTF">2026-10-25T08:38:23Z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37834d-a884-421a-b14d-4e9522201396_Enabled">
    <vt:lpwstr>true</vt:lpwstr>
  </property>
  <property fmtid="{D5CDD505-2E9C-101B-9397-08002B2CF9AE}" pid="3" name="MSIP_Label_b437834d-a884-421a-b14d-4e9522201396_SetDate">
    <vt:lpwstr>2026-07-07T11:09:10Z</vt:lpwstr>
  </property>
  <property fmtid="{D5CDD505-2E9C-101B-9397-08002B2CF9AE}" pid="4" name="MSIP_Label_b437834d-a884-421a-b14d-4e9522201396_Method">
    <vt:lpwstr>Standard</vt:lpwstr>
  </property>
  <property fmtid="{D5CDD505-2E9C-101B-9397-08002B2CF9AE}" pid="5" name="MSIP_Label_b437834d-a884-421a-b14d-4e9522201396_Name">
    <vt:lpwstr>Data classification -not allowed</vt:lpwstr>
  </property>
  <property fmtid="{D5CDD505-2E9C-101B-9397-08002B2CF9AE}" pid="6" name="MSIP_Label_b437834d-a884-421a-b14d-4e9522201396_SiteId">
    <vt:lpwstr>1f00763a-1f87-473b-bba1-b6c746af03e4</vt:lpwstr>
  </property>
  <property fmtid="{D5CDD505-2E9C-101B-9397-08002B2CF9AE}" pid="7" name="MSIP_Label_b437834d-a884-421a-b14d-4e9522201396_ActionId">
    <vt:lpwstr>b71039b4-6cde-4c30-9f2b-73613c8494da</vt:lpwstr>
  </property>
  <property fmtid="{D5CDD505-2E9C-101B-9397-08002B2CF9AE}" pid="8" name="MSIP_Label_b437834d-a884-421a-b14d-4e9522201396_ContentBits">
    <vt:lpwstr>2</vt:lpwstr>
  </property>
  <property fmtid="{D5CDD505-2E9C-101B-9397-08002B2CF9AE}" pid="9" name="MSIP_Label_b437834d-a884-421a-b14d-4e9522201396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Restricted - مقيد </vt:lpwstr>
  </property>
</Properties>
</file>